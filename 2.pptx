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473" r:id="rId5"/>
    <p:sldId id="2470" r:id="rId6"/>
    <p:sldId id="2471" r:id="rId7"/>
    <p:sldId id="2457" r:id="rId8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1DCAA-78A7-45CB-BB6D-69647E9BE3FC}" v="159" dt="2025-07-10T22:44:42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3961" autoAdjust="0"/>
  </p:normalViewPr>
  <p:slideViewPr>
    <p:cSldViewPr snapToGrid="0">
      <p:cViewPr varScale="1">
        <p:scale>
          <a:sx n="97" d="100"/>
          <a:sy n="97" d="100"/>
        </p:scale>
        <p:origin x="1128" y="284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ayraj Rathore" userId="6a2c366a-0cee-487b-a826-8b3da446b7c0" providerId="ADAL" clId="{32D1DCAA-78A7-45CB-BB6D-69647E9BE3FC}"/>
    <pc:docChg chg="undo custSel addSld delSld modSld">
      <pc:chgData name="Prajayraj Rathore" userId="6a2c366a-0cee-487b-a826-8b3da446b7c0" providerId="ADAL" clId="{32D1DCAA-78A7-45CB-BB6D-69647E9BE3FC}" dt="2025-07-10T22:48:10.139" v="1414" actId="478"/>
      <pc:docMkLst>
        <pc:docMk/>
      </pc:docMkLst>
      <pc:sldChg chg="addSp delSp modSp mod">
        <pc:chgData name="Prajayraj Rathore" userId="6a2c366a-0cee-487b-a826-8b3da446b7c0" providerId="ADAL" clId="{32D1DCAA-78A7-45CB-BB6D-69647E9BE3FC}" dt="2025-07-10T14:04:04.447" v="1285" actId="478"/>
        <pc:sldMkLst>
          <pc:docMk/>
          <pc:sldMk cId="869470413" sldId="2432"/>
        </pc:sldMkLst>
        <pc:spChg chg="mod">
          <ac:chgData name="Prajayraj Rathore" userId="6a2c366a-0cee-487b-a826-8b3da446b7c0" providerId="ADAL" clId="{32D1DCAA-78A7-45CB-BB6D-69647E9BE3FC}" dt="2025-07-10T13:44:58.236" v="967" actId="20577"/>
          <ac:spMkLst>
            <pc:docMk/>
            <pc:sldMk cId="869470413" sldId="2432"/>
            <ac:spMk id="2" creationId="{603DA247-2F35-4FB8-903D-FB32D7B852D9}"/>
          </ac:spMkLst>
        </pc:spChg>
        <pc:spChg chg="add mod">
          <ac:chgData name="Prajayraj Rathore" userId="6a2c366a-0cee-487b-a826-8b3da446b7c0" providerId="ADAL" clId="{32D1DCAA-78A7-45CB-BB6D-69647E9BE3FC}" dt="2025-07-10T13:55:23.896" v="1139" actId="20577"/>
          <ac:spMkLst>
            <pc:docMk/>
            <pc:sldMk cId="869470413" sldId="2432"/>
            <ac:spMk id="8" creationId="{CF7DA760-C6C1-BD5C-13B3-34CE27098040}"/>
          </ac:spMkLst>
        </pc:spChg>
        <pc:graphicFrameChg chg="add mod">
          <ac:chgData name="Prajayraj Rathore" userId="6a2c366a-0cee-487b-a826-8b3da446b7c0" providerId="ADAL" clId="{32D1DCAA-78A7-45CB-BB6D-69647E9BE3FC}" dt="2025-07-10T13:44:51.430" v="945" actId="20577"/>
          <ac:graphicFrameMkLst>
            <pc:docMk/>
            <pc:sldMk cId="869470413" sldId="2432"/>
            <ac:graphicFrameMk id="3" creationId="{AF0F52F4-5225-70E7-4056-EBBAA1F24FA9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4:42.587" v="929" actId="20577"/>
          <ac:graphicFrameMkLst>
            <pc:docMk/>
            <pc:sldMk cId="869470413" sldId="2432"/>
            <ac:graphicFrameMk id="4" creationId="{35E92784-CF3F-BF34-13A5-E5F87174541A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2:29.648" v="811"/>
          <ac:graphicFrameMkLst>
            <pc:docMk/>
            <pc:sldMk cId="869470413" sldId="2432"/>
            <ac:graphicFrameMk id="5" creationId="{3F2477A4-5E34-3ED9-D50A-F544805E97F7}"/>
          </ac:graphicFrameMkLst>
        </pc:graphicFrameChg>
        <pc:graphicFrameChg chg="del">
          <ac:chgData name="Prajayraj Rathore" userId="6a2c366a-0cee-487b-a826-8b3da446b7c0" providerId="ADAL" clId="{32D1DCAA-78A7-45CB-BB6D-69647E9BE3FC}" dt="2025-07-10T13:41:41.972" v="802" actId="478"/>
          <ac:graphicFrameMkLst>
            <pc:docMk/>
            <pc:sldMk cId="869470413" sldId="2432"/>
            <ac:graphicFrameMk id="6" creationId="{6573B952-4CEE-4757-91AB-02A6F22E1CF3}"/>
          </ac:graphicFrameMkLst>
        </pc:graphicFrameChg>
        <pc:graphicFrameChg chg="add mod">
          <ac:chgData name="Prajayraj Rathore" userId="6a2c366a-0cee-487b-a826-8b3da446b7c0" providerId="ADAL" clId="{32D1DCAA-78A7-45CB-BB6D-69647E9BE3FC}" dt="2025-07-10T13:44:27.406" v="913" actId="20577"/>
          <ac:graphicFrameMkLst>
            <pc:docMk/>
            <pc:sldMk cId="869470413" sldId="2432"/>
            <ac:graphicFrameMk id="7" creationId="{3F2477A4-5E34-3ED9-D50A-F544805E97F7}"/>
          </ac:graphicFrameMkLst>
        </pc:graphicFrameChg>
        <pc:picChg chg="add del mod ord">
          <ac:chgData name="Prajayraj Rathore" userId="6a2c366a-0cee-487b-a826-8b3da446b7c0" providerId="ADAL" clId="{32D1DCAA-78A7-45CB-BB6D-69647E9BE3FC}" dt="2025-07-10T14:04:04.447" v="1285" actId="478"/>
          <ac:picMkLst>
            <pc:docMk/>
            <pc:sldMk cId="869470413" sldId="2432"/>
            <ac:picMk id="9" creationId="{D151C97A-B320-259D-594D-BAC395BC79E3}"/>
          </ac:picMkLst>
        </pc:picChg>
      </pc:sldChg>
      <pc:sldChg chg="modSp mod">
        <pc:chgData name="Prajayraj Rathore" userId="6a2c366a-0cee-487b-a826-8b3da446b7c0" providerId="ADAL" clId="{32D1DCAA-78A7-45CB-BB6D-69647E9BE3FC}" dt="2025-07-10T10:46:12.176" v="729" actId="313"/>
        <pc:sldMkLst>
          <pc:docMk/>
          <pc:sldMk cId="3927832306" sldId="2448"/>
        </pc:sldMkLst>
        <pc:spChg chg="mod">
          <ac:chgData name="Prajayraj Rathore" userId="6a2c366a-0cee-487b-a826-8b3da446b7c0" providerId="ADAL" clId="{32D1DCAA-78A7-45CB-BB6D-69647E9BE3FC}" dt="2025-07-10T10:46:12.176" v="729" actId="313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Prajayraj Rathore" userId="6a2c366a-0cee-487b-a826-8b3da446b7c0" providerId="ADAL" clId="{32D1DCAA-78A7-45CB-BB6D-69647E9BE3FC}" dt="2025-07-10T10:29:18.793" v="500" actId="20577"/>
        <pc:sldMkLst>
          <pc:docMk/>
          <pc:sldMk cId="3516891798" sldId="2456"/>
        </pc:sldMkLst>
        <pc:spChg chg="mod">
          <ac:chgData name="Prajayraj Rathore" userId="6a2c366a-0cee-487b-a826-8b3da446b7c0" providerId="ADAL" clId="{32D1DCAA-78A7-45CB-BB6D-69647E9BE3FC}" dt="2025-07-10T10:29:18.793" v="500" actId="20577"/>
          <ac:spMkLst>
            <pc:docMk/>
            <pc:sldMk cId="3516891798" sldId="2456"/>
            <ac:spMk id="14" creationId="{79248A72-A597-48DF-A270-3389F5D209C0}"/>
          </ac:spMkLst>
        </pc:spChg>
      </pc:sldChg>
      <pc:sldChg chg="addSp delSp modSp mod">
        <pc:chgData name="Prajayraj Rathore" userId="6a2c366a-0cee-487b-a826-8b3da446b7c0" providerId="ADAL" clId="{32D1DCAA-78A7-45CB-BB6D-69647E9BE3FC}" dt="2025-07-10T22:48:10.139" v="1414" actId="478"/>
        <pc:sldMkLst>
          <pc:docMk/>
          <pc:sldMk cId="145354632" sldId="2463"/>
        </pc:sldMkLst>
        <pc:picChg chg="add mod modCrop">
          <ac:chgData name="Prajayraj Rathore" userId="6a2c366a-0cee-487b-a826-8b3da446b7c0" providerId="ADAL" clId="{32D1DCAA-78A7-45CB-BB6D-69647E9BE3FC}" dt="2025-07-10T22:47:12.633" v="1393" actId="1076"/>
          <ac:picMkLst>
            <pc:docMk/>
            <pc:sldMk cId="145354632" sldId="2463"/>
            <ac:picMk id="3" creationId="{6C8F4787-CC5D-73FF-3F56-E8A602762AE5}"/>
          </ac:picMkLst>
        </pc:picChg>
        <pc:picChg chg="add mod modCrop">
          <ac:chgData name="Prajayraj Rathore" userId="6a2c366a-0cee-487b-a826-8b3da446b7c0" providerId="ADAL" clId="{32D1DCAA-78A7-45CB-BB6D-69647E9BE3FC}" dt="2025-07-10T22:48:04.842" v="1413" actId="1076"/>
          <ac:picMkLst>
            <pc:docMk/>
            <pc:sldMk cId="145354632" sldId="2463"/>
            <ac:picMk id="15" creationId="{6680BD7E-FB73-CA52-AC78-3CB5CF0C2F04}"/>
          </ac:picMkLst>
        </pc:picChg>
        <pc:picChg chg="del">
          <ac:chgData name="Prajayraj Rathore" userId="6a2c366a-0cee-487b-a826-8b3da446b7c0" providerId="ADAL" clId="{32D1DCAA-78A7-45CB-BB6D-69647E9BE3FC}" dt="2025-07-10T22:46:46.036" v="1390" actId="478"/>
          <ac:picMkLst>
            <pc:docMk/>
            <pc:sldMk cId="145354632" sldId="2463"/>
            <ac:picMk id="17" creationId="{4E4A64C4-44CD-2E37-ADBF-1ED97B8D80A3}"/>
          </ac:picMkLst>
        </pc:picChg>
        <pc:picChg chg="del">
          <ac:chgData name="Prajayraj Rathore" userId="6a2c366a-0cee-487b-a826-8b3da446b7c0" providerId="ADAL" clId="{32D1DCAA-78A7-45CB-BB6D-69647E9BE3FC}" dt="2025-07-10T22:48:10.139" v="1414" actId="478"/>
          <ac:picMkLst>
            <pc:docMk/>
            <pc:sldMk cId="145354632" sldId="2463"/>
            <ac:picMk id="19" creationId="{3942FEBA-A1F5-4A7E-BFC9-96A5ECAA6B35}"/>
          </ac:picMkLst>
        </pc:picChg>
        <pc:picChg chg="add mod">
          <ac:chgData name="Prajayraj Rathore" userId="6a2c366a-0cee-487b-a826-8b3da446b7c0" providerId="ADAL" clId="{32D1DCAA-78A7-45CB-BB6D-69647E9BE3FC}" dt="2025-07-10T22:47:35.636" v="1399" actId="1076"/>
          <ac:picMkLst>
            <pc:docMk/>
            <pc:sldMk cId="145354632" sldId="2463"/>
            <ac:picMk id="21" creationId="{1B577F46-A19F-4E27-DB4B-650768F3F951}"/>
          </ac:picMkLst>
        </pc:picChg>
        <pc:picChg chg="del">
          <ac:chgData name="Prajayraj Rathore" userId="6a2c366a-0cee-487b-a826-8b3da446b7c0" providerId="ADAL" clId="{32D1DCAA-78A7-45CB-BB6D-69647E9BE3FC}" dt="2025-07-10T22:45:35.386" v="1314" actId="478"/>
          <ac:picMkLst>
            <pc:docMk/>
            <pc:sldMk cId="145354632" sldId="2463"/>
            <ac:picMk id="23" creationId="{D310204F-47C8-2CFA-EC1C-DA35D03FDE37}"/>
          </ac:picMkLst>
        </pc:picChg>
        <pc:picChg chg="del">
          <ac:chgData name="Prajayraj Rathore" userId="6a2c366a-0cee-487b-a826-8b3da446b7c0" providerId="ADAL" clId="{32D1DCAA-78A7-45CB-BB6D-69647E9BE3FC}" dt="2025-07-10T22:47:24.696" v="1395" actId="478"/>
          <ac:picMkLst>
            <pc:docMk/>
            <pc:sldMk cId="145354632" sldId="2463"/>
            <ac:picMk id="27" creationId="{A501EB13-6610-0570-F0A4-50774F3CDEAE}"/>
          </ac:picMkLst>
        </pc:picChg>
        <pc:picChg chg="del">
          <ac:chgData name="Prajayraj Rathore" userId="6a2c366a-0cee-487b-a826-8b3da446b7c0" providerId="ADAL" clId="{32D1DCAA-78A7-45CB-BB6D-69647E9BE3FC}" dt="2025-07-10T22:48:01.224" v="1412" actId="478"/>
          <ac:picMkLst>
            <pc:docMk/>
            <pc:sldMk cId="145354632" sldId="2463"/>
            <ac:picMk id="28" creationId="{ECA73327-AA37-639B-A041-F5F40D7DA875}"/>
          </ac:picMkLst>
        </pc:picChg>
        <pc:picChg chg="add mod">
          <ac:chgData name="Prajayraj Rathore" userId="6a2c366a-0cee-487b-a826-8b3da446b7c0" providerId="ADAL" clId="{32D1DCAA-78A7-45CB-BB6D-69647E9BE3FC}" dt="2025-07-10T22:45:50.526" v="1320" actId="1038"/>
          <ac:picMkLst>
            <pc:docMk/>
            <pc:sldMk cId="145354632" sldId="2463"/>
            <ac:picMk id="30" creationId="{4E9B4141-2AD9-6485-D177-680E9F57E648}"/>
          </ac:picMkLst>
        </pc:picChg>
      </pc:sldChg>
      <pc:sldChg chg="addSp delSp modSp mod">
        <pc:chgData name="Prajayraj Rathore" userId="6a2c366a-0cee-487b-a826-8b3da446b7c0" providerId="ADAL" clId="{32D1DCAA-78A7-45CB-BB6D-69647E9BE3FC}" dt="2025-07-10T10:55:10.049" v="801" actId="1076"/>
        <pc:sldMkLst>
          <pc:docMk/>
          <pc:sldMk cId="1846064578" sldId="2466"/>
        </pc:sldMkLst>
        <pc:spChg chg="add del mod">
          <ac:chgData name="Prajayraj Rathore" userId="6a2c366a-0cee-487b-a826-8b3da446b7c0" providerId="ADAL" clId="{32D1DCAA-78A7-45CB-BB6D-69647E9BE3FC}" dt="2025-07-10T10:29:53.222" v="504" actId="478"/>
          <ac:spMkLst>
            <pc:docMk/>
            <pc:sldMk cId="1846064578" sldId="2466"/>
            <ac:spMk id="3" creationId="{1B73EBBF-FC14-E2BB-DA18-852A343507EB}"/>
          </ac:spMkLst>
        </pc:spChg>
        <pc:spChg chg="add mod">
          <ac:chgData name="Prajayraj Rathore" userId="6a2c366a-0cee-487b-a826-8b3da446b7c0" providerId="ADAL" clId="{32D1DCAA-78A7-45CB-BB6D-69647E9BE3FC}" dt="2025-07-10T10:53:53.426" v="747" actId="164"/>
          <ac:spMkLst>
            <pc:docMk/>
            <pc:sldMk cId="1846064578" sldId="2466"/>
            <ac:spMk id="5" creationId="{290BAFCB-2CD1-C6D6-4043-3432F4332A71}"/>
          </ac:spMkLst>
        </pc:spChg>
        <pc:spChg chg="mod">
          <ac:chgData name="Prajayraj Rathore" userId="6a2c366a-0cee-487b-a826-8b3da446b7c0" providerId="ADAL" clId="{32D1DCAA-78A7-45CB-BB6D-69647E9BE3FC}" dt="2025-07-10T10:55:10.049" v="801" actId="1076"/>
          <ac:spMkLst>
            <pc:docMk/>
            <pc:sldMk cId="1846064578" sldId="2466"/>
            <ac:spMk id="6" creationId="{B9140EA1-67B5-FD6E-7557-C757D4C9100C}"/>
          </ac:spMkLst>
        </pc:spChg>
        <pc:spChg chg="add mod">
          <ac:chgData name="Prajayraj Rathore" userId="6a2c366a-0cee-487b-a826-8b3da446b7c0" providerId="ADAL" clId="{32D1DCAA-78A7-45CB-BB6D-69647E9BE3FC}" dt="2025-07-10T10:53:53.426" v="747" actId="164"/>
          <ac:spMkLst>
            <pc:docMk/>
            <pc:sldMk cId="1846064578" sldId="2466"/>
            <ac:spMk id="9" creationId="{9C123B35-F6AB-7299-494E-1CAC4311784B}"/>
          </ac:spMkLst>
        </pc:spChg>
        <pc:grpChg chg="add mod">
          <ac:chgData name="Prajayraj Rathore" userId="6a2c366a-0cee-487b-a826-8b3da446b7c0" providerId="ADAL" clId="{32D1DCAA-78A7-45CB-BB6D-69647E9BE3FC}" dt="2025-07-10T10:54:21.491" v="796" actId="1076"/>
          <ac:grpSpMkLst>
            <pc:docMk/>
            <pc:sldMk cId="1846064578" sldId="2466"/>
            <ac:grpSpMk id="10" creationId="{3970BABA-0942-0F41-7E9A-8F8F790BFF4B}"/>
          </ac:grpSpMkLst>
        </pc:grpChg>
        <pc:picChg chg="mod">
          <ac:chgData name="Prajayraj Rathore" userId="6a2c366a-0cee-487b-a826-8b3da446b7c0" providerId="ADAL" clId="{32D1DCAA-78A7-45CB-BB6D-69647E9BE3FC}" dt="2025-07-10T10:54:03.741" v="750" actId="1076"/>
          <ac:picMkLst>
            <pc:docMk/>
            <pc:sldMk cId="1846064578" sldId="2466"/>
            <ac:picMk id="2" creationId="{5D1A8C55-739A-4847-69AF-CAECA97425FD}"/>
          </ac:picMkLst>
        </pc:picChg>
      </pc:sldChg>
      <pc:sldChg chg="addSp delSp modSp mod">
        <pc:chgData name="Prajayraj Rathore" userId="6a2c366a-0cee-487b-a826-8b3da446b7c0" providerId="ADAL" clId="{32D1DCAA-78A7-45CB-BB6D-69647E9BE3FC}" dt="2025-07-10T13:57:18.055" v="1176"/>
        <pc:sldMkLst>
          <pc:docMk/>
          <pc:sldMk cId="2364649219" sldId="2467"/>
        </pc:sldMkLst>
        <pc:spChg chg="add del mod">
          <ac:chgData name="Prajayraj Rathore" userId="6a2c366a-0cee-487b-a826-8b3da446b7c0" providerId="ADAL" clId="{32D1DCAA-78A7-45CB-BB6D-69647E9BE3FC}" dt="2025-07-10T13:57:18.055" v="1176"/>
          <ac:spMkLst>
            <pc:docMk/>
            <pc:sldMk cId="2364649219" sldId="2467"/>
            <ac:spMk id="2" creationId="{478C8C73-DBB9-6C28-8AE8-6B50D363240F}"/>
          </ac:spMkLst>
        </pc:spChg>
      </pc:sldChg>
      <pc:sldChg chg="modSp mod">
        <pc:chgData name="Prajayraj Rathore" userId="6a2c366a-0cee-487b-a826-8b3da446b7c0" providerId="ADAL" clId="{32D1DCAA-78A7-45CB-BB6D-69647E9BE3FC}" dt="2025-07-10T10:23:18.897" v="431" actId="20577"/>
        <pc:sldMkLst>
          <pc:docMk/>
          <pc:sldMk cId="161095013" sldId="2469"/>
        </pc:sldMkLst>
        <pc:spChg chg="mod">
          <ac:chgData name="Prajayraj Rathore" userId="6a2c366a-0cee-487b-a826-8b3da446b7c0" providerId="ADAL" clId="{32D1DCAA-78A7-45CB-BB6D-69647E9BE3FC}" dt="2025-07-10T10:23:18.897" v="431" actId="20577"/>
          <ac:spMkLst>
            <pc:docMk/>
            <pc:sldMk cId="161095013" sldId="2469"/>
            <ac:spMk id="5" creationId="{D08EB936-6DD0-1D8A-2034-4D7B8D51B286}"/>
          </ac:spMkLst>
        </pc:spChg>
      </pc:sldChg>
      <pc:sldChg chg="modSp mod">
        <pc:chgData name="Prajayraj Rathore" userId="6a2c366a-0cee-487b-a826-8b3da446b7c0" providerId="ADAL" clId="{32D1DCAA-78A7-45CB-BB6D-69647E9BE3FC}" dt="2025-07-10T14:01:42.353" v="1280" actId="20577"/>
        <pc:sldMkLst>
          <pc:docMk/>
          <pc:sldMk cId="292753764" sldId="2470"/>
        </pc:sldMkLst>
        <pc:spChg chg="mod">
          <ac:chgData name="Prajayraj Rathore" userId="6a2c366a-0cee-487b-a826-8b3da446b7c0" providerId="ADAL" clId="{32D1DCAA-78A7-45CB-BB6D-69647E9BE3FC}" dt="2025-07-10T14:01:42.353" v="1280" actId="20577"/>
          <ac:spMkLst>
            <pc:docMk/>
            <pc:sldMk cId="292753764" sldId="2470"/>
            <ac:spMk id="4" creationId="{447414CE-7D67-F9C9-5A8A-1ABEE3E4B8FB}"/>
          </ac:spMkLst>
        </pc:spChg>
      </pc:sldChg>
      <pc:sldChg chg="modSp mod">
        <pc:chgData name="Prajayraj Rathore" userId="6a2c366a-0cee-487b-a826-8b3da446b7c0" providerId="ADAL" clId="{32D1DCAA-78A7-45CB-BB6D-69647E9BE3FC}" dt="2025-07-10T10:47:28.692" v="740" actId="20577"/>
        <pc:sldMkLst>
          <pc:docMk/>
          <pc:sldMk cId="872153707" sldId="2471"/>
        </pc:sldMkLst>
        <pc:spChg chg="mod">
          <ac:chgData name="Prajayraj Rathore" userId="6a2c366a-0cee-487b-a826-8b3da446b7c0" providerId="ADAL" clId="{32D1DCAA-78A7-45CB-BB6D-69647E9BE3FC}" dt="2025-07-10T10:47:28.692" v="740" actId="20577"/>
          <ac:spMkLst>
            <pc:docMk/>
            <pc:sldMk cId="872153707" sldId="2471"/>
            <ac:spMk id="4" creationId="{3E25971B-46E4-8150-AE6B-FDBB03BA074F}"/>
          </ac:spMkLst>
        </pc:spChg>
      </pc:sldChg>
      <pc:sldChg chg="addSp modSp mod">
        <pc:chgData name="Prajayraj Rathore" userId="6a2c366a-0cee-487b-a826-8b3da446b7c0" providerId="ADAL" clId="{32D1DCAA-78A7-45CB-BB6D-69647E9BE3FC}" dt="2025-07-10T14:01:02.116" v="1269" actId="1036"/>
        <pc:sldMkLst>
          <pc:docMk/>
          <pc:sldMk cId="3289269683" sldId="2473"/>
        </pc:sldMkLst>
        <pc:spChg chg="mod">
          <ac:chgData name="Prajayraj Rathore" userId="6a2c366a-0cee-487b-a826-8b3da446b7c0" providerId="ADAL" clId="{32D1DCAA-78A7-45CB-BB6D-69647E9BE3FC}" dt="2025-07-10T13:59:41.222" v="1250" actId="20577"/>
          <ac:spMkLst>
            <pc:docMk/>
            <pc:sldMk cId="3289269683" sldId="2473"/>
            <ac:spMk id="4" creationId="{D267055E-F00C-93F1-2681-FEA58246A83B}"/>
          </ac:spMkLst>
        </pc:spChg>
        <pc:picChg chg="add mod">
          <ac:chgData name="Prajayraj Rathore" userId="6a2c366a-0cee-487b-a826-8b3da446b7c0" providerId="ADAL" clId="{32D1DCAA-78A7-45CB-BB6D-69647E9BE3FC}" dt="2025-07-10T14:00:22.088" v="1259" actId="1076"/>
          <ac:picMkLst>
            <pc:docMk/>
            <pc:sldMk cId="3289269683" sldId="2473"/>
            <ac:picMk id="2" creationId="{2FD3DCD3-7D9E-4291-CA40-A6006EC872C1}"/>
          </ac:picMkLst>
        </pc:picChg>
        <pc:picChg chg="mod">
          <ac:chgData name="Prajayraj Rathore" userId="6a2c366a-0cee-487b-a826-8b3da446b7c0" providerId="ADAL" clId="{32D1DCAA-78A7-45CB-BB6D-69647E9BE3FC}" dt="2025-07-10T14:01:02.116" v="1269" actId="1036"/>
          <ac:picMkLst>
            <pc:docMk/>
            <pc:sldMk cId="3289269683" sldId="2473"/>
            <ac:picMk id="8" creationId="{251A232C-0446-990F-6CF1-1E3F6D47E71D}"/>
          </ac:picMkLst>
        </pc:picChg>
        <pc:picChg chg="mod">
          <ac:chgData name="Prajayraj Rathore" userId="6a2c366a-0cee-487b-a826-8b3da446b7c0" providerId="ADAL" clId="{32D1DCAA-78A7-45CB-BB6D-69647E9BE3FC}" dt="2025-07-10T14:00:44.263" v="1261" actId="1076"/>
          <ac:picMkLst>
            <pc:docMk/>
            <pc:sldMk cId="3289269683" sldId="2473"/>
            <ac:picMk id="9" creationId="{227DF637-CA78-99AE-A7A9-B2826A81A46E}"/>
          </ac:picMkLst>
        </pc:picChg>
        <pc:cxnChg chg="add mod">
          <ac:chgData name="Prajayraj Rathore" userId="6a2c366a-0cee-487b-a826-8b3da446b7c0" providerId="ADAL" clId="{32D1DCAA-78A7-45CB-BB6D-69647E9BE3FC}" dt="2025-07-10T14:01:02.116" v="1269" actId="1036"/>
          <ac:cxnSpMkLst>
            <pc:docMk/>
            <pc:sldMk cId="3289269683" sldId="2473"/>
            <ac:cxnSpMk id="6" creationId="{572426A5-832E-F556-4156-F5E8B3F69C1E}"/>
          </ac:cxnSpMkLst>
        </pc:cxnChg>
        <pc:cxnChg chg="add">
          <ac:chgData name="Prajayraj Rathore" userId="6a2c366a-0cee-487b-a826-8b3da446b7c0" providerId="ADAL" clId="{32D1DCAA-78A7-45CB-BB6D-69647E9BE3FC}" dt="2025-07-10T14:00:54.649" v="1263" actId="11529"/>
          <ac:cxnSpMkLst>
            <pc:docMk/>
            <pc:sldMk cId="3289269683" sldId="2473"/>
            <ac:cxnSpMk id="14" creationId="{D3FB90C2-89D4-3EC7-50E4-5C3CA40B1B42}"/>
          </ac:cxnSpMkLst>
        </pc:cxnChg>
      </pc:sldChg>
      <pc:sldChg chg="del">
        <pc:chgData name="Prajayraj Rathore" userId="6a2c366a-0cee-487b-a826-8b3da446b7c0" providerId="ADAL" clId="{32D1DCAA-78A7-45CB-BB6D-69647E9BE3FC}" dt="2025-07-10T10:48:13.152" v="741" actId="47"/>
        <pc:sldMkLst>
          <pc:docMk/>
          <pc:sldMk cId="3046948091" sldId="2474"/>
        </pc:sldMkLst>
      </pc:sldChg>
      <pc:sldChg chg="modSp add mod">
        <pc:chgData name="Prajayraj Rathore" userId="6a2c366a-0cee-487b-a826-8b3da446b7c0" providerId="ADAL" clId="{32D1DCAA-78A7-45CB-BB6D-69647E9BE3FC}" dt="2025-07-10T10:23:36.118" v="442" actId="20577"/>
        <pc:sldMkLst>
          <pc:docMk/>
          <pc:sldMk cId="1216853026" sldId="2475"/>
        </pc:sldMkLst>
        <pc:spChg chg="mod">
          <ac:chgData name="Prajayraj Rathore" userId="6a2c366a-0cee-487b-a826-8b3da446b7c0" providerId="ADAL" clId="{32D1DCAA-78A7-45CB-BB6D-69647E9BE3FC}" dt="2025-07-10T10:23:36.118" v="442" actId="20577"/>
          <ac:spMkLst>
            <pc:docMk/>
            <pc:sldMk cId="1216853026" sldId="2475"/>
            <ac:spMk id="5" creationId="{E6F8C881-1D58-6526-123A-08055317F264}"/>
          </ac:spMkLst>
        </pc:spChg>
        <pc:spChg chg="mod">
          <ac:chgData name="Prajayraj Rathore" userId="6a2c366a-0cee-487b-a826-8b3da446b7c0" providerId="ADAL" clId="{32D1DCAA-78A7-45CB-BB6D-69647E9BE3FC}" dt="2025-07-10T10:13:35.152" v="28" actId="20577"/>
          <ac:spMkLst>
            <pc:docMk/>
            <pc:sldMk cId="1216853026" sldId="2475"/>
            <ac:spMk id="6" creationId="{F11DDE62-BBFE-41AF-1E35-09E4C15D1BC5}"/>
          </ac:spMkLst>
        </pc:spChg>
      </pc:sldChg>
      <pc:sldChg chg="addSp delSp modSp new mod setBg addAnim">
        <pc:chgData name="Prajayraj Rathore" userId="6a2c366a-0cee-487b-a826-8b3da446b7c0" providerId="ADAL" clId="{32D1DCAA-78A7-45CB-BB6D-69647E9BE3FC}" dt="2025-07-10T13:54:38.928" v="1076" actId="20577"/>
        <pc:sldMkLst>
          <pc:docMk/>
          <pc:sldMk cId="2367961096" sldId="2476"/>
        </pc:sldMkLst>
        <pc:spChg chg="del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" creationId="{21D3C01F-0826-B009-22FC-F2C53DF54AB1}"/>
          </ac:spMkLst>
        </pc:spChg>
        <pc:spChg chg="mod">
          <ac:chgData name="Prajayraj Rathore" userId="6a2c366a-0cee-487b-a826-8b3da446b7c0" providerId="ADAL" clId="{32D1DCAA-78A7-45CB-BB6D-69647E9BE3FC}" dt="2025-07-10T13:50:16.725" v="1064" actId="108"/>
          <ac:spMkLst>
            <pc:docMk/>
            <pc:sldMk cId="2367961096" sldId="2476"/>
            <ac:spMk id="3" creationId="{4683378D-E03D-CCEB-D513-3C91B12D0388}"/>
          </ac:spMkLst>
        </pc:spChg>
        <pc:spChg chg="mod">
          <ac:chgData name="Prajayraj Rathore" userId="6a2c366a-0cee-487b-a826-8b3da446b7c0" providerId="ADAL" clId="{32D1DCAA-78A7-45CB-BB6D-69647E9BE3FC}" dt="2025-07-10T13:54:38.928" v="1076" actId="20577"/>
          <ac:spMkLst>
            <pc:docMk/>
            <pc:sldMk cId="2367961096" sldId="2476"/>
            <ac:spMk id="4" creationId="{95CCC443-B48F-1E58-70C8-FEFF3481FD33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0" creationId="{1A3C89F8-0D2F-47FF-B903-151248265F47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2" creationId="{C5CB530E-515E-412C-9DF1-5F8FFBD6F383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4" creationId="{712D4376-A578-4FF1-94FC-245E7A6A489F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16" creationId="{AEA7509D-F04F-40CB-A0B3-EEF16499CC9F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0" creationId="{508BEF50-7B1E-49A4-BC19-5F4F1D755E64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2" creationId="{3FBAD350-5664-4811-A208-657FB882D350}"/>
          </ac:spMkLst>
        </pc:spChg>
        <pc:spChg chg="add">
          <ac:chgData name="Prajayraj Rathore" userId="6a2c366a-0cee-487b-a826-8b3da446b7c0" providerId="ADAL" clId="{32D1DCAA-78A7-45CB-BB6D-69647E9BE3FC}" dt="2025-07-10T13:47:40.769" v="994" actId="26606"/>
          <ac:spMkLst>
            <pc:docMk/>
            <pc:sldMk cId="2367961096" sldId="2476"/>
            <ac:spMk id="24" creationId="{C39ADB8F-D187-49D7-BDCF-C1B6DC727068}"/>
          </ac:spMkLst>
        </pc:spChg>
      </pc:sldChg>
      <pc:sldChg chg="addSp delSp modSp new mod setBg addAnim">
        <pc:chgData name="Prajayraj Rathore" userId="6a2c366a-0cee-487b-a826-8b3da446b7c0" providerId="ADAL" clId="{32D1DCAA-78A7-45CB-BB6D-69647E9BE3FC}" dt="2025-07-10T13:59:13.875" v="1238" actId="20577"/>
        <pc:sldMkLst>
          <pc:docMk/>
          <pc:sldMk cId="656635768" sldId="2477"/>
        </pc:sldMkLst>
        <pc:spChg chg="del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" creationId="{AFBC69DE-3276-446A-1FE2-6735865F414B}"/>
          </ac:spMkLst>
        </pc:spChg>
        <pc:spChg chg="mo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3" creationId="{2606121C-CCE7-4098-BC47-DFAE4F12FBB2}"/>
          </ac:spMkLst>
        </pc:spChg>
        <pc:spChg chg="mod">
          <ac:chgData name="Prajayraj Rathore" userId="6a2c366a-0cee-487b-a826-8b3da446b7c0" providerId="ADAL" clId="{32D1DCAA-78A7-45CB-BB6D-69647E9BE3FC}" dt="2025-07-10T13:58:40.507" v="1225" actId="20577"/>
          <ac:spMkLst>
            <pc:docMk/>
            <pc:sldMk cId="656635768" sldId="2477"/>
            <ac:spMk id="4" creationId="{4A519424-E0B0-00E9-1A3D-B9395C82AA79}"/>
          </ac:spMkLst>
        </pc:spChg>
        <pc:spChg chg="mo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5" creationId="{9ACF7749-0706-6C19-034D-BEAE62461E86}"/>
          </ac:spMkLst>
        </pc:spChg>
        <pc:spChg chg="add mod">
          <ac:chgData name="Prajayraj Rathore" userId="6a2c366a-0cee-487b-a826-8b3da446b7c0" providerId="ADAL" clId="{32D1DCAA-78A7-45CB-BB6D-69647E9BE3FC}" dt="2025-07-10T13:59:13.875" v="1238" actId="20577"/>
          <ac:spMkLst>
            <pc:docMk/>
            <pc:sldMk cId="656635768" sldId="2477"/>
            <ac:spMk id="7" creationId="{B7E256C6-04A9-E3BC-928A-746C421E9913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0" creationId="{1A3C89F8-0D2F-47FF-B903-151248265F47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2" creationId="{C5CB530E-515E-412C-9DF1-5F8FFBD6F383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4" creationId="{712D4376-A578-4FF1-94FC-245E7A6A489F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16" creationId="{AEA7509D-F04F-40CB-A0B3-EEF16499CC9F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0" creationId="{508BEF50-7B1E-49A4-BC19-5F4F1D755E64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2" creationId="{3FBAD350-5664-4811-A208-657FB882D350}"/>
          </ac:spMkLst>
        </pc:spChg>
        <pc:spChg chg="add">
          <ac:chgData name="Prajayraj Rathore" userId="6a2c366a-0cee-487b-a826-8b3da446b7c0" providerId="ADAL" clId="{32D1DCAA-78A7-45CB-BB6D-69647E9BE3FC}" dt="2025-07-10T13:57:44.746" v="1198" actId="26606"/>
          <ac:spMkLst>
            <pc:docMk/>
            <pc:sldMk cId="656635768" sldId="2477"/>
            <ac:spMk id="24" creationId="{C39ADB8F-D187-49D7-BDCF-C1B6DC727068}"/>
          </ac:spMkLst>
        </pc:spChg>
      </pc:sldChg>
      <pc:sldChg chg="addSp delSp add del setBg delDesignElem">
        <pc:chgData name="Prajayraj Rathore" userId="6a2c366a-0cee-487b-a826-8b3da446b7c0" providerId="ADAL" clId="{32D1DCAA-78A7-45CB-BB6D-69647E9BE3FC}" dt="2025-07-10T13:56:08.973" v="1142"/>
        <pc:sldMkLst>
          <pc:docMk/>
          <pc:sldMk cId="1580719327" sldId="2477"/>
        </pc:sldMkLst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4" creationId="{F279CF92-F2B1-7CB1-5854-A18DF3B23E48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6" creationId="{55676D53-5761-60C5-B7B1-AAE89598772A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18" creationId="{311F4EAF-5938-BA30-06CD-3C78B430B758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0" creationId="{70AD7BE9-0D0F-AD4A-BF23-01139341B5F5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4" creationId="{0F48815C-2B04-8F15-6B99-2F82F2EBF2CE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6" creationId="{3ED03D1B-1333-A9CD-23EF-7749DB602921}"/>
          </ac:spMkLst>
        </pc:spChg>
        <pc:spChg chg="add del">
          <ac:chgData name="Prajayraj Rathore" userId="6a2c366a-0cee-487b-a826-8b3da446b7c0" providerId="ADAL" clId="{32D1DCAA-78A7-45CB-BB6D-69647E9BE3FC}" dt="2025-07-10T13:56:08.973" v="1142"/>
          <ac:spMkLst>
            <pc:docMk/>
            <pc:sldMk cId="1580719327" sldId="2477"/>
            <ac:spMk id="28" creationId="{E4D3DE79-ADBD-6BA2-6033-8682DEF5E089}"/>
          </ac:spMkLst>
        </pc:spChg>
        <pc:cxnChg chg="add del">
          <ac:chgData name="Prajayraj Rathore" userId="6a2c366a-0cee-487b-a826-8b3da446b7c0" providerId="ADAL" clId="{32D1DCAA-78A7-45CB-BB6D-69647E9BE3FC}" dt="2025-07-10T13:56:08.973" v="1142"/>
          <ac:cxnSpMkLst>
            <pc:docMk/>
            <pc:sldMk cId="1580719327" sldId="2477"/>
            <ac:cxnSpMk id="22" creationId="{0D5C3431-6B6B-ADD1-6426-DCAB4B6F4D73}"/>
          </ac:cxnSpMkLst>
        </pc:cxnChg>
      </pc:sldChg>
      <pc:sldChg chg="addSp delSp add del setBg delDesignElem">
        <pc:chgData name="Prajayraj Rathore" userId="6a2c366a-0cee-487b-a826-8b3da446b7c0" providerId="ADAL" clId="{32D1DCAA-78A7-45CB-BB6D-69647E9BE3FC}" dt="2025-07-10T13:53:23.182" v="1067"/>
        <pc:sldMkLst>
          <pc:docMk/>
          <pc:sldMk cId="1861769115" sldId="2477"/>
        </pc:sldMkLst>
        <pc:spChg chg="add del">
          <ac:chgData name="Prajayraj Rathore" userId="6a2c366a-0cee-487b-a826-8b3da446b7c0" providerId="ADAL" clId="{32D1DCAA-78A7-45CB-BB6D-69647E9BE3FC}" dt="2025-07-10T13:53:23.182" v="1067"/>
          <ac:spMkLst>
            <pc:docMk/>
            <pc:sldMk cId="1861769115" sldId="2477"/>
            <ac:spMk id="11" creationId="{147A300A-7031-DB6D-C519-C5023841C8F5}"/>
          </ac:spMkLst>
        </pc:spChg>
        <pc:cxnChg chg="add del">
          <ac:chgData name="Prajayraj Rathore" userId="6a2c366a-0cee-487b-a826-8b3da446b7c0" providerId="ADAL" clId="{32D1DCAA-78A7-45CB-BB6D-69647E9BE3FC}" dt="2025-07-10T13:53:23.182" v="1067"/>
          <ac:cxnSpMkLst>
            <pc:docMk/>
            <pc:sldMk cId="1861769115" sldId="2477"/>
            <ac:cxnSpMk id="13" creationId="{35F4D24F-0BA5-D296-FF4A-E617A237D9E5}"/>
          </ac:cxnSpMkLst>
        </pc:cxnChg>
      </pc:sldChg>
      <pc:sldChg chg="new del">
        <pc:chgData name="Prajayraj Rathore" userId="6a2c366a-0cee-487b-a826-8b3da446b7c0" providerId="ADAL" clId="{32D1DCAA-78A7-45CB-BB6D-69647E9BE3FC}" dt="2025-07-10T13:57:23.581" v="1178" actId="680"/>
        <pc:sldMkLst>
          <pc:docMk/>
          <pc:sldMk cId="2271563441" sldId="2477"/>
        </pc:sldMkLst>
      </pc:sldChg>
      <pc:sldChg chg="addSp delSp add del setBg delDesignElem">
        <pc:chgData name="Prajayraj Rathore" userId="6a2c366a-0cee-487b-a826-8b3da446b7c0" providerId="ADAL" clId="{32D1DCAA-78A7-45CB-BB6D-69647E9BE3FC}" dt="2025-07-10T13:56:34.586" v="1153"/>
        <pc:sldMkLst>
          <pc:docMk/>
          <pc:sldMk cId="2600347382" sldId="2477"/>
        </pc:sldMkLst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4" creationId="{DE52A3B3-BD01-2D8E-86D2-FDBB15044D0F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6" creationId="{20817A88-6594-8D00-8FCC-72C92B7BF7A0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18" creationId="{20C2CC0C-F4EE-1837-5499-8EEACEAAC139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0" creationId="{158BCDFC-04BB-EB49-F022-5863A369480E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4" creationId="{87857C5F-7E7F-C237-0259-A1087F0A6710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6" creationId="{62BB8D30-3212-AC15-7C28-54E07308174F}"/>
          </ac:spMkLst>
        </pc:spChg>
        <pc:spChg chg="add del">
          <ac:chgData name="Prajayraj Rathore" userId="6a2c366a-0cee-487b-a826-8b3da446b7c0" providerId="ADAL" clId="{32D1DCAA-78A7-45CB-BB6D-69647E9BE3FC}" dt="2025-07-10T13:56:34.586" v="1153"/>
          <ac:spMkLst>
            <pc:docMk/>
            <pc:sldMk cId="2600347382" sldId="2477"/>
            <ac:spMk id="28" creationId="{15785442-F105-02D1-944C-6792AE4BBFFF}"/>
          </ac:spMkLst>
        </pc:spChg>
        <pc:cxnChg chg="add del">
          <ac:chgData name="Prajayraj Rathore" userId="6a2c366a-0cee-487b-a826-8b3da446b7c0" providerId="ADAL" clId="{32D1DCAA-78A7-45CB-BB6D-69647E9BE3FC}" dt="2025-07-10T13:56:34.586" v="1153"/>
          <ac:cxnSpMkLst>
            <pc:docMk/>
            <pc:sldMk cId="2600347382" sldId="2477"/>
            <ac:cxnSpMk id="22" creationId="{FE86C0E4-EC48-BB5D-B745-7B7C8D6467FE}"/>
          </ac:cxnSpMkLst>
        </pc:cxnChg>
      </pc:sldChg>
      <pc:sldChg chg="addSp delSp add del setBg delDesignElem">
        <pc:chgData name="Prajayraj Rathore" userId="6a2c366a-0cee-487b-a826-8b3da446b7c0" providerId="ADAL" clId="{32D1DCAA-78A7-45CB-BB6D-69647E9BE3FC}" dt="2025-07-10T13:53:46.117" v="1070"/>
        <pc:sldMkLst>
          <pc:docMk/>
          <pc:sldMk cId="2732654892" sldId="2477"/>
        </pc:sldMkLst>
        <pc:spChg chg="add del">
          <ac:chgData name="Prajayraj Rathore" userId="6a2c366a-0cee-487b-a826-8b3da446b7c0" providerId="ADAL" clId="{32D1DCAA-78A7-45CB-BB6D-69647E9BE3FC}" dt="2025-07-10T13:53:46.117" v="1070"/>
          <ac:spMkLst>
            <pc:docMk/>
            <pc:sldMk cId="2732654892" sldId="2477"/>
            <ac:spMk id="11" creationId="{63412FEB-8875-5A60-BBA4-63542852D8ED}"/>
          </ac:spMkLst>
        </pc:spChg>
        <pc:cxnChg chg="add del">
          <ac:chgData name="Prajayraj Rathore" userId="6a2c366a-0cee-487b-a826-8b3da446b7c0" providerId="ADAL" clId="{32D1DCAA-78A7-45CB-BB6D-69647E9BE3FC}" dt="2025-07-10T13:53:46.117" v="1070"/>
          <ac:cxnSpMkLst>
            <pc:docMk/>
            <pc:sldMk cId="2732654892" sldId="2477"/>
            <ac:cxnSpMk id="13" creationId="{6C33C112-060F-F39A-DBD3-C9063A67D01A}"/>
          </ac:cxnSpMkLst>
        </pc:cxnChg>
      </pc:sldChg>
      <pc:sldChg chg="new del">
        <pc:chgData name="Prajayraj Rathore" userId="6a2c366a-0cee-487b-a826-8b3da446b7c0" providerId="ADAL" clId="{32D1DCAA-78A7-45CB-BB6D-69647E9BE3FC}" dt="2025-07-10T14:03:38.564" v="1282" actId="680"/>
        <pc:sldMkLst>
          <pc:docMk/>
          <pc:sldMk cId="1748392676" sldId="24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97A9A2-04D9-49F4-A323-43775074701C}" type="datetime1">
              <a:rPr lang="en-GB" smtClean="0"/>
              <a:t>14/08/2025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AD85-B496-451C-A9B5-64589B09AB2F}" type="datetime1">
              <a:rPr lang="en-GB" smtClean="0"/>
              <a:pPr/>
              <a:t>14/08/2025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505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en-GB" spc="300" noProof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en-GB" noProof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en-GB" noProof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en-GB" noProof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en-GB" sz="4000" spc="300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lose-up of a weather vane">
            <a:extLst>
              <a:ext uri="{FF2B5EF4-FFF2-40B4-BE49-F238E27FC236}">
                <a16:creationId xmlns:a16="http://schemas.microsoft.com/office/drawing/2014/main" id="{EC8056EF-553B-7C24-4692-03AE55306D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57423E-C47C-D58E-DABF-C892F958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299176"/>
            <a:ext cx="4131368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£0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7055E-F00C-93F1-2681-FEA58246A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0529" y="4199213"/>
            <a:ext cx="4191938" cy="5985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800" dirty="0"/>
              <a:t>APACHE AIRFLOW &amp; K8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Apache Airflow - Wikipedia">
            <a:extLst>
              <a:ext uri="{FF2B5EF4-FFF2-40B4-BE49-F238E27FC236}">
                <a16:creationId xmlns:a16="http://schemas.microsoft.com/office/drawing/2014/main" id="{251A232C-0446-990F-6CF1-1E3F6D47E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354" y="2259848"/>
            <a:ext cx="1225201" cy="47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Open Source Initiative - Wikipedia">
            <a:extLst>
              <a:ext uri="{FF2B5EF4-FFF2-40B4-BE49-F238E27FC236}">
                <a16:creationId xmlns:a16="http://schemas.microsoft.com/office/drawing/2014/main" id="{227DF637-CA78-99AE-A7A9-B2826A81A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580" y="2451778"/>
            <a:ext cx="823912" cy="108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HoneyByte: Kubernetes + Honeycomb | Honeycomb">
            <a:extLst>
              <a:ext uri="{FF2B5EF4-FFF2-40B4-BE49-F238E27FC236}">
                <a16:creationId xmlns:a16="http://schemas.microsoft.com/office/drawing/2014/main" id="{2FD3DCD3-7D9E-4291-CA40-A6006EC87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656" y="3211177"/>
            <a:ext cx="724595" cy="724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72426A5-832E-F556-4156-F5E8B3F69C1E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796492" y="2733592"/>
            <a:ext cx="1031463" cy="2191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3FB90C2-89D4-3EC7-50E4-5C3CA40B1B42}"/>
              </a:ext>
            </a:extLst>
          </p:cNvPr>
          <p:cNvCxnSpPr>
            <a:endCxn id="2" idx="0"/>
          </p:cNvCxnSpPr>
          <p:nvPr/>
        </p:nvCxnSpPr>
        <p:spPr>
          <a:xfrm>
            <a:off x="4796492" y="2992048"/>
            <a:ext cx="1031462" cy="2191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26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Video 16" descr="Box Packages">
            <a:extLst>
              <a:ext uri="{FF2B5EF4-FFF2-40B4-BE49-F238E27FC236}">
                <a16:creationId xmlns:a16="http://schemas.microsoft.com/office/drawing/2014/main" id="{78D3B571-8FD5-7B4B-A511-0A44876D126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00E5ED-C439-79AA-BF9D-703CDE53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FFFFFF"/>
                </a:solidFill>
              </a:rPr>
              <a:t>It will take almost a DECADE to SPEND £180,000 on Kubernetes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414CE-7D67-F9C9-5A8A-1ABEE3E4B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6" y="4551037"/>
            <a:ext cx="5449479" cy="15780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400" dirty="0">
                <a:solidFill>
                  <a:srgbClr val="FFFFFF"/>
                </a:solidFill>
              </a:rPr>
              <a:t>WHILE WE WAIT FOR ANOTHER BIG THINGs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D894347-C9A9-4BFD-8A6D-05A2B0CDD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3">
            <a:extLst>
              <a:ext uri="{FF2B5EF4-FFF2-40B4-BE49-F238E27FC236}">
                <a16:creationId xmlns:a16="http://schemas.microsoft.com/office/drawing/2014/main" id="{284ED281-4082-46F9-86EE-D78901367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"/>
            <a:ext cx="9379192" cy="4251280"/>
          </a:xfrm>
          <a:custGeom>
            <a:avLst/>
            <a:gdLst>
              <a:gd name="connsiteX0" fmla="*/ 9379192 w 9379192"/>
              <a:gd name="connsiteY0" fmla="*/ 3752527 h 3752527"/>
              <a:gd name="connsiteX1" fmla="*/ 3293459 w 9379192"/>
              <a:gd name="connsiteY1" fmla="*/ 3752527 h 3752527"/>
              <a:gd name="connsiteX2" fmla="*/ 3297156 w 9379192"/>
              <a:gd name="connsiteY2" fmla="*/ 3752055 h 3752527"/>
              <a:gd name="connsiteX3" fmla="*/ 3642095 w 9379192"/>
              <a:gd name="connsiteY3" fmla="*/ 3690141 h 3752527"/>
              <a:gd name="connsiteX4" fmla="*/ 2307659 w 9379192"/>
              <a:gd name="connsiteY4" fmla="*/ 3500267 h 3752527"/>
              <a:gd name="connsiteX5" fmla="*/ 2383194 w 9379192"/>
              <a:gd name="connsiteY5" fmla="*/ 3475501 h 3752527"/>
              <a:gd name="connsiteX6" fmla="*/ 2237161 w 9379192"/>
              <a:gd name="connsiteY6" fmla="*/ 3376437 h 3752527"/>
              <a:gd name="connsiteX7" fmla="*/ 1637924 w 9379192"/>
              <a:gd name="connsiteY7" fmla="*/ 3219585 h 3752527"/>
              <a:gd name="connsiteX8" fmla="*/ 2383194 w 9379192"/>
              <a:gd name="connsiteY8" fmla="*/ 2955415 h 3752527"/>
              <a:gd name="connsiteX9" fmla="*/ 1542249 w 9379192"/>
              <a:gd name="connsiteY9" fmla="*/ 2596307 h 3752527"/>
              <a:gd name="connsiteX10" fmla="*/ 1114221 w 9379192"/>
              <a:gd name="connsiteY10" fmla="*/ 2509625 h 3752527"/>
              <a:gd name="connsiteX11" fmla="*/ 2524191 w 9379192"/>
              <a:gd name="connsiteY11" fmla="*/ 2059708 h 3752527"/>
              <a:gd name="connsiteX12" fmla="*/ 238027 w 9379192"/>
              <a:gd name="connsiteY12" fmla="*/ 1836815 h 3752527"/>
              <a:gd name="connsiteX13" fmla="*/ 424343 w 9379192"/>
              <a:gd name="connsiteY13" fmla="*/ 1746006 h 3752527"/>
              <a:gd name="connsiteX14" fmla="*/ 1844384 w 9379192"/>
              <a:gd name="connsiteY14" fmla="*/ 1770772 h 3752527"/>
              <a:gd name="connsiteX15" fmla="*/ 2081058 w 9379192"/>
              <a:gd name="connsiteY15" fmla="*/ 1700602 h 3752527"/>
              <a:gd name="connsiteX16" fmla="*/ 1844384 w 9379192"/>
              <a:gd name="connsiteY16" fmla="*/ 1589154 h 3752527"/>
              <a:gd name="connsiteX17" fmla="*/ 922869 w 9379192"/>
              <a:gd name="connsiteY17" fmla="*/ 1506601 h 3752527"/>
              <a:gd name="connsiteX18" fmla="*/ 681160 w 9379192"/>
              <a:gd name="connsiteY18" fmla="*/ 1320855 h 3752527"/>
              <a:gd name="connsiteX19" fmla="*/ 273276 w 9379192"/>
              <a:gd name="connsiteY19" fmla="*/ 1106216 h 3752527"/>
              <a:gd name="connsiteX20" fmla="*/ 555269 w 9379192"/>
              <a:gd name="connsiteY20" fmla="*/ 928727 h 3752527"/>
              <a:gd name="connsiteX21" fmla="*/ 97029 w 9379192"/>
              <a:gd name="connsiteY21" fmla="*/ 664555 h 3752527"/>
              <a:gd name="connsiteX22" fmla="*/ 227955 w 9379192"/>
              <a:gd name="connsiteY22" fmla="*/ 317831 h 3752527"/>
              <a:gd name="connsiteX23" fmla="*/ 998402 w 9379192"/>
              <a:gd name="connsiteY23" fmla="*/ 235277 h 3752527"/>
              <a:gd name="connsiteX24" fmla="*/ 2030701 w 9379192"/>
              <a:gd name="connsiteY24" fmla="*/ 115575 h 3752527"/>
              <a:gd name="connsiteX25" fmla="*/ 3068036 w 9379192"/>
              <a:gd name="connsiteY25" fmla="*/ 12383 h 3752527"/>
              <a:gd name="connsiteX26" fmla="*/ 4105370 w 9379192"/>
              <a:gd name="connsiteY26" fmla="*/ 12383 h 3752527"/>
              <a:gd name="connsiteX27" fmla="*/ 4402472 w 9379192"/>
              <a:gd name="connsiteY27" fmla="*/ 20638 h 3752527"/>
              <a:gd name="connsiteX28" fmla="*/ 4407507 w 9379192"/>
              <a:gd name="connsiteY28" fmla="*/ 20638 h 3752527"/>
              <a:gd name="connsiteX29" fmla="*/ 5696622 w 9379192"/>
              <a:gd name="connsiteY29" fmla="*/ 57788 h 3752527"/>
              <a:gd name="connsiteX30" fmla="*/ 6175004 w 9379192"/>
              <a:gd name="connsiteY30" fmla="*/ 61915 h 3752527"/>
              <a:gd name="connsiteX31" fmla="*/ 7212339 w 9379192"/>
              <a:gd name="connsiteY31" fmla="*/ 66042 h 3752527"/>
              <a:gd name="connsiteX32" fmla="*/ 8244638 w 9379192"/>
              <a:gd name="connsiteY32" fmla="*/ 49532 h 3752527"/>
              <a:gd name="connsiteX33" fmla="*/ 9292044 w 9379192"/>
              <a:gd name="connsiteY33" fmla="*/ 0 h 3752527"/>
              <a:gd name="connsiteX34" fmla="*/ 9379192 w 9379192"/>
              <a:gd name="connsiteY34" fmla="*/ 2762 h 375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379192" h="3752527">
                <a:moveTo>
                  <a:pt x="9379192" y="3752527"/>
                </a:moveTo>
                <a:lnTo>
                  <a:pt x="3293459" y="3752527"/>
                </a:lnTo>
                <a:lnTo>
                  <a:pt x="3297156" y="3752055"/>
                </a:lnTo>
                <a:cubicBezTo>
                  <a:pt x="3412975" y="3736577"/>
                  <a:pt x="3551454" y="3714906"/>
                  <a:pt x="3642095" y="3690141"/>
                </a:cubicBezTo>
                <a:cubicBezTo>
                  <a:pt x="3380244" y="3686012"/>
                  <a:pt x="2347945" y="3529162"/>
                  <a:pt x="2307659" y="3500267"/>
                </a:cubicBezTo>
                <a:cubicBezTo>
                  <a:pt x="2327803" y="3492012"/>
                  <a:pt x="2358017" y="3483757"/>
                  <a:pt x="2383194" y="3475501"/>
                </a:cubicBezTo>
                <a:cubicBezTo>
                  <a:pt x="2327803" y="3450736"/>
                  <a:pt x="2282482" y="3421842"/>
                  <a:pt x="2237161" y="3376437"/>
                </a:cubicBezTo>
                <a:cubicBezTo>
                  <a:pt x="2091129" y="3223714"/>
                  <a:pt x="1844384" y="3277374"/>
                  <a:pt x="1637924" y="3219585"/>
                </a:cubicBezTo>
                <a:cubicBezTo>
                  <a:pt x="1768850" y="2897627"/>
                  <a:pt x="2116307" y="3017329"/>
                  <a:pt x="2383194" y="2955415"/>
                </a:cubicBezTo>
                <a:cubicBezTo>
                  <a:pt x="1683245" y="2765541"/>
                  <a:pt x="1819207" y="2666477"/>
                  <a:pt x="1542249" y="2596307"/>
                </a:cubicBezTo>
                <a:cubicBezTo>
                  <a:pt x="1194791" y="2509625"/>
                  <a:pt x="1114221" y="2509625"/>
                  <a:pt x="1114221" y="2509625"/>
                </a:cubicBezTo>
                <a:cubicBezTo>
                  <a:pt x="1522105" y="2245455"/>
                  <a:pt x="2010559" y="2530264"/>
                  <a:pt x="2524191" y="2059708"/>
                </a:cubicBezTo>
                <a:cubicBezTo>
                  <a:pt x="2030701" y="1993667"/>
                  <a:pt x="555269" y="1960645"/>
                  <a:pt x="238027" y="1836815"/>
                </a:cubicBezTo>
                <a:cubicBezTo>
                  <a:pt x="358880" y="1882219"/>
                  <a:pt x="368952" y="1746006"/>
                  <a:pt x="424343" y="1746006"/>
                </a:cubicBezTo>
                <a:cubicBezTo>
                  <a:pt x="892655" y="1741879"/>
                  <a:pt x="1371037" y="1820305"/>
                  <a:pt x="1844384" y="1770772"/>
                </a:cubicBezTo>
                <a:cubicBezTo>
                  <a:pt x="1929989" y="1766645"/>
                  <a:pt x="2065951" y="1803793"/>
                  <a:pt x="2081058" y="1700602"/>
                </a:cubicBezTo>
                <a:cubicBezTo>
                  <a:pt x="2096164" y="1572644"/>
                  <a:pt x="1919919" y="1601537"/>
                  <a:pt x="1844384" y="1589154"/>
                </a:cubicBezTo>
                <a:cubicBezTo>
                  <a:pt x="1537212" y="1547877"/>
                  <a:pt x="1235076" y="1531367"/>
                  <a:pt x="922869" y="1506601"/>
                </a:cubicBezTo>
                <a:cubicBezTo>
                  <a:pt x="791943" y="1494218"/>
                  <a:pt x="630804" y="1518984"/>
                  <a:pt x="681160" y="1320855"/>
                </a:cubicBezTo>
                <a:cubicBezTo>
                  <a:pt x="640874" y="1130983"/>
                  <a:pt x="399166" y="1197025"/>
                  <a:pt x="273276" y="1106216"/>
                </a:cubicBezTo>
                <a:cubicBezTo>
                  <a:pt x="333703" y="998897"/>
                  <a:pt x="504913" y="1073196"/>
                  <a:pt x="555269" y="928727"/>
                </a:cubicBezTo>
                <a:cubicBezTo>
                  <a:pt x="313560" y="974131"/>
                  <a:pt x="338738" y="660428"/>
                  <a:pt x="97029" y="664555"/>
                </a:cubicBezTo>
                <a:cubicBezTo>
                  <a:pt x="-104395" y="478810"/>
                  <a:pt x="41638" y="388001"/>
                  <a:pt x="227955" y="317831"/>
                </a:cubicBezTo>
                <a:cubicBezTo>
                  <a:pt x="469664" y="231150"/>
                  <a:pt x="736551" y="251788"/>
                  <a:pt x="998402" y="235277"/>
                </a:cubicBezTo>
                <a:cubicBezTo>
                  <a:pt x="1345860" y="198128"/>
                  <a:pt x="1678209" y="111447"/>
                  <a:pt x="2030701" y="115575"/>
                </a:cubicBezTo>
                <a:cubicBezTo>
                  <a:pt x="2363052" y="28893"/>
                  <a:pt x="2730650" y="123829"/>
                  <a:pt x="3068036" y="12383"/>
                </a:cubicBezTo>
                <a:cubicBezTo>
                  <a:pt x="3410457" y="12383"/>
                  <a:pt x="3757914" y="12383"/>
                  <a:pt x="4105370" y="12383"/>
                </a:cubicBezTo>
                <a:cubicBezTo>
                  <a:pt x="4206084" y="16510"/>
                  <a:pt x="4301759" y="16510"/>
                  <a:pt x="4402472" y="20638"/>
                </a:cubicBezTo>
                <a:cubicBezTo>
                  <a:pt x="4402472" y="20638"/>
                  <a:pt x="4407507" y="20638"/>
                  <a:pt x="4407507" y="20638"/>
                </a:cubicBezTo>
                <a:cubicBezTo>
                  <a:pt x="4840570" y="33022"/>
                  <a:pt x="5268596" y="41276"/>
                  <a:pt x="5696622" y="57788"/>
                </a:cubicBezTo>
                <a:cubicBezTo>
                  <a:pt x="5857761" y="57788"/>
                  <a:pt x="6013864" y="61915"/>
                  <a:pt x="6175004" y="61915"/>
                </a:cubicBezTo>
                <a:cubicBezTo>
                  <a:pt x="6517425" y="82553"/>
                  <a:pt x="6864883" y="94936"/>
                  <a:pt x="7212339" y="66042"/>
                </a:cubicBezTo>
                <a:cubicBezTo>
                  <a:pt x="7559796" y="90809"/>
                  <a:pt x="7897182" y="74298"/>
                  <a:pt x="8244638" y="49532"/>
                </a:cubicBezTo>
                <a:cubicBezTo>
                  <a:pt x="8597130" y="78426"/>
                  <a:pt x="8944587" y="37149"/>
                  <a:pt x="9292044" y="0"/>
                </a:cubicBezTo>
                <a:lnTo>
                  <a:pt x="9379192" y="2762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531D9B7-48AB-4407-A9E8-13391FCB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9902" flipV="1">
            <a:off x="5210629" y="4242714"/>
            <a:ext cx="7104297" cy="3137347"/>
          </a:xfrm>
          <a:custGeom>
            <a:avLst/>
            <a:gdLst>
              <a:gd name="connsiteX0" fmla="*/ 6772629 w 7104297"/>
              <a:gd name="connsiteY0" fmla="*/ 3137347 h 3137347"/>
              <a:gd name="connsiteX1" fmla="*/ 7104297 w 7104297"/>
              <a:gd name="connsiteY1" fmla="*/ 1081624 h 3137347"/>
              <a:gd name="connsiteX2" fmla="*/ 400225 w 7104297"/>
              <a:gd name="connsiteY2" fmla="*/ 0 h 3137347"/>
              <a:gd name="connsiteX3" fmla="*/ 277738 w 7104297"/>
              <a:gd name="connsiteY3" fmla="*/ 5048 h 3137347"/>
              <a:gd name="connsiteX4" fmla="*/ 0 w 7104297"/>
              <a:gd name="connsiteY4" fmla="*/ 23585 h 3137347"/>
              <a:gd name="connsiteX5" fmla="*/ 296410 w 7104297"/>
              <a:gd name="connsiteY5" fmla="*/ 136472 h 3137347"/>
              <a:gd name="connsiteX6" fmla="*/ 396403 w 7104297"/>
              <a:gd name="connsiteY6" fmla="*/ 445861 h 3137347"/>
              <a:gd name="connsiteX7" fmla="*/ 760665 w 7104297"/>
              <a:gd name="connsiteY7" fmla="*/ 621461 h 3137347"/>
              <a:gd name="connsiteX8" fmla="*/ 996368 w 7104297"/>
              <a:gd name="connsiteY8" fmla="*/ 684176 h 3137347"/>
              <a:gd name="connsiteX9" fmla="*/ 1535617 w 7104297"/>
              <a:gd name="connsiteY9" fmla="*/ 776157 h 3137347"/>
              <a:gd name="connsiteX10" fmla="*/ 1614185 w 7104297"/>
              <a:gd name="connsiteY10" fmla="*/ 926671 h 3137347"/>
              <a:gd name="connsiteX11" fmla="*/ 1682037 w 7104297"/>
              <a:gd name="connsiteY11" fmla="*/ 1093909 h 3137347"/>
              <a:gd name="connsiteX12" fmla="*/ 1824886 w 7104297"/>
              <a:gd name="connsiteY12" fmla="*/ 1202614 h 3137347"/>
              <a:gd name="connsiteX13" fmla="*/ 714243 w 7104297"/>
              <a:gd name="connsiteY13" fmla="*/ 1185890 h 3137347"/>
              <a:gd name="connsiteX14" fmla="*/ 1967733 w 7104297"/>
              <a:gd name="connsiteY14" fmla="*/ 1537090 h 3137347"/>
              <a:gd name="connsiteX15" fmla="*/ 1857026 w 7104297"/>
              <a:gd name="connsiteY15" fmla="*/ 1675062 h 3137347"/>
              <a:gd name="connsiteX16" fmla="*/ 2542697 w 7104297"/>
              <a:gd name="connsiteY16" fmla="*/ 1863205 h 3137347"/>
              <a:gd name="connsiteX17" fmla="*/ 2174863 w 7104297"/>
              <a:gd name="connsiteY17" fmla="*/ 1884109 h 3137347"/>
              <a:gd name="connsiteX18" fmla="*/ 4314015 w 7104297"/>
              <a:gd name="connsiteY18" fmla="*/ 2670128 h 3137347"/>
              <a:gd name="connsiteX19" fmla="*/ 5430784 w 7104297"/>
              <a:gd name="connsiteY19" fmla="*/ 2889725 h 3137347"/>
              <a:gd name="connsiteX20" fmla="*/ 6613344 w 7104297"/>
              <a:gd name="connsiteY20" fmla="*/ 3108822 h 3137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104297" h="3137347">
                <a:moveTo>
                  <a:pt x="6772629" y="3137347"/>
                </a:moveTo>
                <a:lnTo>
                  <a:pt x="7104297" y="1081624"/>
                </a:lnTo>
                <a:lnTo>
                  <a:pt x="400225" y="0"/>
                </a:lnTo>
                <a:lnTo>
                  <a:pt x="277738" y="5048"/>
                </a:lnTo>
                <a:cubicBezTo>
                  <a:pt x="185423" y="9801"/>
                  <a:pt x="92851" y="15745"/>
                  <a:pt x="0" y="23585"/>
                </a:cubicBezTo>
                <a:cubicBezTo>
                  <a:pt x="96424" y="149013"/>
                  <a:pt x="221416" y="44490"/>
                  <a:pt x="296410" y="136472"/>
                </a:cubicBezTo>
                <a:cubicBezTo>
                  <a:pt x="224986" y="328795"/>
                  <a:pt x="253557" y="433318"/>
                  <a:pt x="396403" y="445861"/>
                </a:cubicBezTo>
                <a:cubicBezTo>
                  <a:pt x="535682" y="458403"/>
                  <a:pt x="685672" y="391507"/>
                  <a:pt x="760665" y="621461"/>
                </a:cubicBezTo>
                <a:cubicBezTo>
                  <a:pt x="782093" y="692537"/>
                  <a:pt x="914229" y="671633"/>
                  <a:pt x="996368" y="684176"/>
                </a:cubicBezTo>
                <a:cubicBezTo>
                  <a:pt x="1174926" y="713442"/>
                  <a:pt x="1364202" y="684176"/>
                  <a:pt x="1535617" y="776157"/>
                </a:cubicBezTo>
                <a:cubicBezTo>
                  <a:pt x="1603471" y="809604"/>
                  <a:pt x="1649896" y="834690"/>
                  <a:pt x="1614185" y="926671"/>
                </a:cubicBezTo>
                <a:cubicBezTo>
                  <a:pt x="1578472" y="1022833"/>
                  <a:pt x="1624898" y="1056279"/>
                  <a:pt x="1682037" y="1093909"/>
                </a:cubicBezTo>
                <a:cubicBezTo>
                  <a:pt x="1724892" y="1123175"/>
                  <a:pt x="1789173" y="1114814"/>
                  <a:pt x="1824886" y="1202614"/>
                </a:cubicBezTo>
                <a:cubicBezTo>
                  <a:pt x="1449909" y="1190070"/>
                  <a:pt x="1085647" y="1118994"/>
                  <a:pt x="714243" y="1185890"/>
                </a:cubicBezTo>
                <a:cubicBezTo>
                  <a:pt x="1121358" y="1353128"/>
                  <a:pt x="1567759" y="1344765"/>
                  <a:pt x="1967733" y="1537090"/>
                </a:cubicBezTo>
                <a:cubicBezTo>
                  <a:pt x="1953448" y="1603986"/>
                  <a:pt x="1860597" y="1574718"/>
                  <a:pt x="1857026" y="1675062"/>
                </a:cubicBezTo>
                <a:cubicBezTo>
                  <a:pt x="2067727" y="1779586"/>
                  <a:pt x="2321284" y="1708508"/>
                  <a:pt x="2542697" y="1863205"/>
                </a:cubicBezTo>
                <a:cubicBezTo>
                  <a:pt x="2414134" y="1934281"/>
                  <a:pt x="2296285" y="1817213"/>
                  <a:pt x="2174863" y="1884109"/>
                </a:cubicBezTo>
                <a:cubicBezTo>
                  <a:pt x="2214147" y="1984452"/>
                  <a:pt x="3992607" y="2603233"/>
                  <a:pt x="4314015" y="2670128"/>
                </a:cubicBezTo>
                <a:cubicBezTo>
                  <a:pt x="4559090" y="2721868"/>
                  <a:pt x="4976921" y="2803592"/>
                  <a:pt x="5430784" y="2889725"/>
                </a:cubicBezTo>
                <a:cubicBezTo>
                  <a:pt x="5827914" y="2965093"/>
                  <a:pt x="6252633" y="3043836"/>
                  <a:pt x="6613344" y="3108822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3D5000-DD4F-B117-715E-1C9B67883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50" y="89121"/>
            <a:ext cx="7543800" cy="364367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YOU WILL WITNESS NEXT IS A CULTURE SHIFT AND DIFFERENT WAY OF THINKING DATA &amp; PIPELINES. 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SCALABLE. RELIABLE. ACCURATE.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5971B-46E4-8150-AE6B-FDBB03BA0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2064" y="5041616"/>
            <a:ext cx="4471736" cy="12464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400" kern="1200" dirty="0">
                <a:latin typeface="+mn-lt"/>
                <a:ea typeface="+mn-ea"/>
                <a:cs typeface="+mn-cs"/>
              </a:rPr>
              <a:t>DEMO</a:t>
            </a:r>
          </a:p>
          <a:p>
            <a:pPr algn="r">
              <a:lnSpc>
                <a:spcPct val="90000"/>
              </a:lnSpc>
            </a:pPr>
            <a:r>
              <a:rPr lang="en-US" sz="2400" dirty="0"/>
              <a:t>(SUDHAKAR)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15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Placeholder 12" descr="close up of computer on top of table against a brick wall">
            <a:extLst>
              <a:ext uri="{FF2B5EF4-FFF2-40B4-BE49-F238E27FC236}">
                <a16:creationId xmlns:a16="http://schemas.microsoft.com/office/drawing/2014/main" id="{90BB9493-60B4-4B89-89CE-E1F8BF6C4D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5430" b="-5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200" dirty="0"/>
              <a:t>What’s next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B872F-6332-408E-9135-B871F0C90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5403" y="4629234"/>
            <a:ext cx="344576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400" spc="300">
                <a:solidFill>
                  <a:schemeClr val="tx1"/>
                </a:solidFill>
              </a:rPr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3164405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84_TF55661986_Win32.potx" id="{1CDDDD57-F79A-457F-AE74-3E6C5B14A091}" vid="{35255769-D38C-493F-A69A-9781C0DDB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{3D5E368E-1601-44B2-9121-9B3215511EC6}tf55661986_win32</Template>
  <TotalTime>0</TotalTime>
  <Words>59</Words>
  <Application>Microsoft Office PowerPoint</Application>
  <PresentationFormat>Widescreen</PresentationFormat>
  <Paragraphs>10</Paragraphs>
  <Slides>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Biome Light</vt:lpstr>
      <vt:lpstr>Calibri</vt:lpstr>
      <vt:lpstr>Calibri Light</vt:lpstr>
      <vt:lpstr>Wingdings</vt:lpstr>
      <vt:lpstr>Office Theme</vt:lpstr>
      <vt:lpstr>£0</vt:lpstr>
      <vt:lpstr>It will take almost a DECADE to SPEND £180,000 on Kubernetes</vt:lpstr>
      <vt:lpstr>WHAT YOU WILL WITNESS NEXT IS A CULTURE SHIFT AND DIFFERENT WAY OF THINKING DATA &amp; PIPELINES.  SCALABLE. RELIABLE. ACCURATE.</vt:lpstr>
      <vt:lpstr>What’s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Prajayraj Rathore</dc:creator>
  <cp:lastModifiedBy>Prajayraj Rathore</cp:lastModifiedBy>
  <cp:revision>10</cp:revision>
  <dcterms:created xsi:type="dcterms:W3CDTF">2025-07-09T20:50:59Z</dcterms:created>
  <dcterms:modified xsi:type="dcterms:W3CDTF">2025-08-14T10:44:11Z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2cf71fe-324a-4168-92d9-4bbd2fb479e7_Enabled">
    <vt:lpwstr>true</vt:lpwstr>
  </property>
  <property fmtid="{D5CDD505-2E9C-101B-9397-08002B2CF9AE}" pid="4" name="MSIP_Label_f2cf71fe-324a-4168-92d9-4bbd2fb479e7_SetDate">
    <vt:lpwstr>2025-07-10T09:36:42Z</vt:lpwstr>
  </property>
  <property fmtid="{D5CDD505-2E9C-101B-9397-08002B2CF9AE}" pid="5" name="MSIP_Label_f2cf71fe-324a-4168-92d9-4bbd2fb479e7_Method">
    <vt:lpwstr>Standard</vt:lpwstr>
  </property>
  <property fmtid="{D5CDD505-2E9C-101B-9397-08002B2CF9AE}" pid="6" name="MSIP_Label_f2cf71fe-324a-4168-92d9-4bbd2fb479e7_Name">
    <vt:lpwstr>Confidential - No Restrictions</vt:lpwstr>
  </property>
  <property fmtid="{D5CDD505-2E9C-101B-9397-08002B2CF9AE}" pid="7" name="MSIP_Label_f2cf71fe-324a-4168-92d9-4bbd2fb479e7_SiteId">
    <vt:lpwstr>f9daae82-4727-4163-93b9-2214828e3dba</vt:lpwstr>
  </property>
  <property fmtid="{D5CDD505-2E9C-101B-9397-08002B2CF9AE}" pid="8" name="MSIP_Label_f2cf71fe-324a-4168-92d9-4bbd2fb479e7_ActionId">
    <vt:lpwstr>da10d5c4-09aa-41d6-b252-d81fc5d8d5f3</vt:lpwstr>
  </property>
  <property fmtid="{D5CDD505-2E9C-101B-9397-08002B2CF9AE}" pid="9" name="MSIP_Label_f2cf71fe-324a-4168-92d9-4bbd2fb479e7_ContentBits">
    <vt:lpwstr>0</vt:lpwstr>
  </property>
  <property fmtid="{D5CDD505-2E9C-101B-9397-08002B2CF9AE}" pid="10" name="MSIP_Label_f2cf71fe-324a-4168-92d9-4bbd2fb479e7_Tag">
    <vt:lpwstr>10, 3, 0, 1</vt:lpwstr>
  </property>
</Properties>
</file>