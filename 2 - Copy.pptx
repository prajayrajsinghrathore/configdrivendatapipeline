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469" r:id="rId5"/>
    <p:sldId id="2475" r:id="rId6"/>
    <p:sldId id="2454" r:id="rId7"/>
    <p:sldId id="2456" r:id="rId8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D1DCAA-78A7-45CB-BB6D-69647E9BE3FC}" v="159" dt="2025-07-10T22:44:42.7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3961" autoAdjust="0"/>
  </p:normalViewPr>
  <p:slideViewPr>
    <p:cSldViewPr snapToGrid="0">
      <p:cViewPr varScale="1">
        <p:scale>
          <a:sx n="97" d="100"/>
          <a:sy n="97" d="100"/>
        </p:scale>
        <p:origin x="1128" y="284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96" d="100"/>
          <a:sy n="96" d="100"/>
        </p:scale>
        <p:origin x="289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jayraj Rathore" userId="6a2c366a-0cee-487b-a826-8b3da446b7c0" providerId="ADAL" clId="{32D1DCAA-78A7-45CB-BB6D-69647E9BE3FC}"/>
    <pc:docChg chg="undo custSel addSld delSld modSld">
      <pc:chgData name="Prajayraj Rathore" userId="6a2c366a-0cee-487b-a826-8b3da446b7c0" providerId="ADAL" clId="{32D1DCAA-78A7-45CB-BB6D-69647E9BE3FC}" dt="2025-07-10T22:48:10.139" v="1414" actId="478"/>
      <pc:docMkLst>
        <pc:docMk/>
      </pc:docMkLst>
      <pc:sldChg chg="addSp delSp modSp mod">
        <pc:chgData name="Prajayraj Rathore" userId="6a2c366a-0cee-487b-a826-8b3da446b7c0" providerId="ADAL" clId="{32D1DCAA-78A7-45CB-BB6D-69647E9BE3FC}" dt="2025-07-10T14:04:04.447" v="1285" actId="478"/>
        <pc:sldMkLst>
          <pc:docMk/>
          <pc:sldMk cId="869470413" sldId="2432"/>
        </pc:sldMkLst>
        <pc:spChg chg="mod">
          <ac:chgData name="Prajayraj Rathore" userId="6a2c366a-0cee-487b-a826-8b3da446b7c0" providerId="ADAL" clId="{32D1DCAA-78A7-45CB-BB6D-69647E9BE3FC}" dt="2025-07-10T13:44:58.236" v="967" actId="20577"/>
          <ac:spMkLst>
            <pc:docMk/>
            <pc:sldMk cId="869470413" sldId="2432"/>
            <ac:spMk id="2" creationId="{603DA247-2F35-4FB8-903D-FB32D7B852D9}"/>
          </ac:spMkLst>
        </pc:spChg>
        <pc:spChg chg="add mod">
          <ac:chgData name="Prajayraj Rathore" userId="6a2c366a-0cee-487b-a826-8b3da446b7c0" providerId="ADAL" clId="{32D1DCAA-78A7-45CB-BB6D-69647E9BE3FC}" dt="2025-07-10T13:55:23.896" v="1139" actId="20577"/>
          <ac:spMkLst>
            <pc:docMk/>
            <pc:sldMk cId="869470413" sldId="2432"/>
            <ac:spMk id="8" creationId="{CF7DA760-C6C1-BD5C-13B3-34CE27098040}"/>
          </ac:spMkLst>
        </pc:spChg>
        <pc:graphicFrameChg chg="add mod">
          <ac:chgData name="Prajayraj Rathore" userId="6a2c366a-0cee-487b-a826-8b3da446b7c0" providerId="ADAL" clId="{32D1DCAA-78A7-45CB-BB6D-69647E9BE3FC}" dt="2025-07-10T13:44:51.430" v="945" actId="20577"/>
          <ac:graphicFrameMkLst>
            <pc:docMk/>
            <pc:sldMk cId="869470413" sldId="2432"/>
            <ac:graphicFrameMk id="3" creationId="{AF0F52F4-5225-70E7-4056-EBBAA1F24FA9}"/>
          </ac:graphicFrameMkLst>
        </pc:graphicFrameChg>
        <pc:graphicFrameChg chg="add mod">
          <ac:chgData name="Prajayraj Rathore" userId="6a2c366a-0cee-487b-a826-8b3da446b7c0" providerId="ADAL" clId="{32D1DCAA-78A7-45CB-BB6D-69647E9BE3FC}" dt="2025-07-10T13:44:42.587" v="929" actId="20577"/>
          <ac:graphicFrameMkLst>
            <pc:docMk/>
            <pc:sldMk cId="869470413" sldId="2432"/>
            <ac:graphicFrameMk id="4" creationId="{35E92784-CF3F-BF34-13A5-E5F87174541A}"/>
          </ac:graphicFrameMkLst>
        </pc:graphicFrameChg>
        <pc:graphicFrameChg chg="add mod">
          <ac:chgData name="Prajayraj Rathore" userId="6a2c366a-0cee-487b-a826-8b3da446b7c0" providerId="ADAL" clId="{32D1DCAA-78A7-45CB-BB6D-69647E9BE3FC}" dt="2025-07-10T13:42:29.648" v="811"/>
          <ac:graphicFrameMkLst>
            <pc:docMk/>
            <pc:sldMk cId="869470413" sldId="2432"/>
            <ac:graphicFrameMk id="5" creationId="{3F2477A4-5E34-3ED9-D50A-F544805E97F7}"/>
          </ac:graphicFrameMkLst>
        </pc:graphicFrameChg>
        <pc:graphicFrameChg chg="del">
          <ac:chgData name="Prajayraj Rathore" userId="6a2c366a-0cee-487b-a826-8b3da446b7c0" providerId="ADAL" clId="{32D1DCAA-78A7-45CB-BB6D-69647E9BE3FC}" dt="2025-07-10T13:41:41.972" v="802" actId="478"/>
          <ac:graphicFrameMkLst>
            <pc:docMk/>
            <pc:sldMk cId="869470413" sldId="2432"/>
            <ac:graphicFrameMk id="6" creationId="{6573B952-4CEE-4757-91AB-02A6F22E1CF3}"/>
          </ac:graphicFrameMkLst>
        </pc:graphicFrameChg>
        <pc:graphicFrameChg chg="add mod">
          <ac:chgData name="Prajayraj Rathore" userId="6a2c366a-0cee-487b-a826-8b3da446b7c0" providerId="ADAL" clId="{32D1DCAA-78A7-45CB-BB6D-69647E9BE3FC}" dt="2025-07-10T13:44:27.406" v="913" actId="20577"/>
          <ac:graphicFrameMkLst>
            <pc:docMk/>
            <pc:sldMk cId="869470413" sldId="2432"/>
            <ac:graphicFrameMk id="7" creationId="{3F2477A4-5E34-3ED9-D50A-F544805E97F7}"/>
          </ac:graphicFrameMkLst>
        </pc:graphicFrameChg>
        <pc:picChg chg="add del mod ord">
          <ac:chgData name="Prajayraj Rathore" userId="6a2c366a-0cee-487b-a826-8b3da446b7c0" providerId="ADAL" clId="{32D1DCAA-78A7-45CB-BB6D-69647E9BE3FC}" dt="2025-07-10T14:04:04.447" v="1285" actId="478"/>
          <ac:picMkLst>
            <pc:docMk/>
            <pc:sldMk cId="869470413" sldId="2432"/>
            <ac:picMk id="9" creationId="{D151C97A-B320-259D-594D-BAC395BC79E3}"/>
          </ac:picMkLst>
        </pc:picChg>
      </pc:sldChg>
      <pc:sldChg chg="modSp mod">
        <pc:chgData name="Prajayraj Rathore" userId="6a2c366a-0cee-487b-a826-8b3da446b7c0" providerId="ADAL" clId="{32D1DCAA-78A7-45CB-BB6D-69647E9BE3FC}" dt="2025-07-10T10:46:12.176" v="729" actId="313"/>
        <pc:sldMkLst>
          <pc:docMk/>
          <pc:sldMk cId="3927832306" sldId="2448"/>
        </pc:sldMkLst>
        <pc:spChg chg="mod">
          <ac:chgData name="Prajayraj Rathore" userId="6a2c366a-0cee-487b-a826-8b3da446b7c0" providerId="ADAL" clId="{32D1DCAA-78A7-45CB-BB6D-69647E9BE3FC}" dt="2025-07-10T10:46:12.176" v="729" actId="313"/>
          <ac:spMkLst>
            <pc:docMk/>
            <pc:sldMk cId="3927832306" sldId="2448"/>
            <ac:spMk id="9" creationId="{79DC1498-E692-42BA-B69F-6D37E6CFACA0}"/>
          </ac:spMkLst>
        </pc:spChg>
      </pc:sldChg>
      <pc:sldChg chg="modSp mod">
        <pc:chgData name="Prajayraj Rathore" userId="6a2c366a-0cee-487b-a826-8b3da446b7c0" providerId="ADAL" clId="{32D1DCAA-78A7-45CB-BB6D-69647E9BE3FC}" dt="2025-07-10T10:29:18.793" v="500" actId="20577"/>
        <pc:sldMkLst>
          <pc:docMk/>
          <pc:sldMk cId="3516891798" sldId="2456"/>
        </pc:sldMkLst>
        <pc:spChg chg="mod">
          <ac:chgData name="Prajayraj Rathore" userId="6a2c366a-0cee-487b-a826-8b3da446b7c0" providerId="ADAL" clId="{32D1DCAA-78A7-45CB-BB6D-69647E9BE3FC}" dt="2025-07-10T10:29:18.793" v="500" actId="20577"/>
          <ac:spMkLst>
            <pc:docMk/>
            <pc:sldMk cId="3516891798" sldId="2456"/>
            <ac:spMk id="14" creationId="{79248A72-A597-48DF-A270-3389F5D209C0}"/>
          </ac:spMkLst>
        </pc:spChg>
      </pc:sldChg>
      <pc:sldChg chg="addSp delSp modSp mod">
        <pc:chgData name="Prajayraj Rathore" userId="6a2c366a-0cee-487b-a826-8b3da446b7c0" providerId="ADAL" clId="{32D1DCAA-78A7-45CB-BB6D-69647E9BE3FC}" dt="2025-07-10T22:48:10.139" v="1414" actId="478"/>
        <pc:sldMkLst>
          <pc:docMk/>
          <pc:sldMk cId="145354632" sldId="2463"/>
        </pc:sldMkLst>
        <pc:picChg chg="add mod modCrop">
          <ac:chgData name="Prajayraj Rathore" userId="6a2c366a-0cee-487b-a826-8b3da446b7c0" providerId="ADAL" clId="{32D1DCAA-78A7-45CB-BB6D-69647E9BE3FC}" dt="2025-07-10T22:47:12.633" v="1393" actId="1076"/>
          <ac:picMkLst>
            <pc:docMk/>
            <pc:sldMk cId="145354632" sldId="2463"/>
            <ac:picMk id="3" creationId="{6C8F4787-CC5D-73FF-3F56-E8A602762AE5}"/>
          </ac:picMkLst>
        </pc:picChg>
        <pc:picChg chg="add mod modCrop">
          <ac:chgData name="Prajayraj Rathore" userId="6a2c366a-0cee-487b-a826-8b3da446b7c0" providerId="ADAL" clId="{32D1DCAA-78A7-45CB-BB6D-69647E9BE3FC}" dt="2025-07-10T22:48:04.842" v="1413" actId="1076"/>
          <ac:picMkLst>
            <pc:docMk/>
            <pc:sldMk cId="145354632" sldId="2463"/>
            <ac:picMk id="15" creationId="{6680BD7E-FB73-CA52-AC78-3CB5CF0C2F04}"/>
          </ac:picMkLst>
        </pc:picChg>
        <pc:picChg chg="del">
          <ac:chgData name="Prajayraj Rathore" userId="6a2c366a-0cee-487b-a826-8b3da446b7c0" providerId="ADAL" clId="{32D1DCAA-78A7-45CB-BB6D-69647E9BE3FC}" dt="2025-07-10T22:46:46.036" v="1390" actId="478"/>
          <ac:picMkLst>
            <pc:docMk/>
            <pc:sldMk cId="145354632" sldId="2463"/>
            <ac:picMk id="17" creationId="{4E4A64C4-44CD-2E37-ADBF-1ED97B8D80A3}"/>
          </ac:picMkLst>
        </pc:picChg>
        <pc:picChg chg="del">
          <ac:chgData name="Prajayraj Rathore" userId="6a2c366a-0cee-487b-a826-8b3da446b7c0" providerId="ADAL" clId="{32D1DCAA-78A7-45CB-BB6D-69647E9BE3FC}" dt="2025-07-10T22:48:10.139" v="1414" actId="478"/>
          <ac:picMkLst>
            <pc:docMk/>
            <pc:sldMk cId="145354632" sldId="2463"/>
            <ac:picMk id="19" creationId="{3942FEBA-A1F5-4A7E-BFC9-96A5ECAA6B35}"/>
          </ac:picMkLst>
        </pc:picChg>
        <pc:picChg chg="add mod">
          <ac:chgData name="Prajayraj Rathore" userId="6a2c366a-0cee-487b-a826-8b3da446b7c0" providerId="ADAL" clId="{32D1DCAA-78A7-45CB-BB6D-69647E9BE3FC}" dt="2025-07-10T22:47:35.636" v="1399" actId="1076"/>
          <ac:picMkLst>
            <pc:docMk/>
            <pc:sldMk cId="145354632" sldId="2463"/>
            <ac:picMk id="21" creationId="{1B577F46-A19F-4E27-DB4B-650768F3F951}"/>
          </ac:picMkLst>
        </pc:picChg>
        <pc:picChg chg="del">
          <ac:chgData name="Prajayraj Rathore" userId="6a2c366a-0cee-487b-a826-8b3da446b7c0" providerId="ADAL" clId="{32D1DCAA-78A7-45CB-BB6D-69647E9BE3FC}" dt="2025-07-10T22:45:35.386" v="1314" actId="478"/>
          <ac:picMkLst>
            <pc:docMk/>
            <pc:sldMk cId="145354632" sldId="2463"/>
            <ac:picMk id="23" creationId="{D310204F-47C8-2CFA-EC1C-DA35D03FDE37}"/>
          </ac:picMkLst>
        </pc:picChg>
        <pc:picChg chg="del">
          <ac:chgData name="Prajayraj Rathore" userId="6a2c366a-0cee-487b-a826-8b3da446b7c0" providerId="ADAL" clId="{32D1DCAA-78A7-45CB-BB6D-69647E9BE3FC}" dt="2025-07-10T22:47:24.696" v="1395" actId="478"/>
          <ac:picMkLst>
            <pc:docMk/>
            <pc:sldMk cId="145354632" sldId="2463"/>
            <ac:picMk id="27" creationId="{A501EB13-6610-0570-F0A4-50774F3CDEAE}"/>
          </ac:picMkLst>
        </pc:picChg>
        <pc:picChg chg="del">
          <ac:chgData name="Prajayraj Rathore" userId="6a2c366a-0cee-487b-a826-8b3da446b7c0" providerId="ADAL" clId="{32D1DCAA-78A7-45CB-BB6D-69647E9BE3FC}" dt="2025-07-10T22:48:01.224" v="1412" actId="478"/>
          <ac:picMkLst>
            <pc:docMk/>
            <pc:sldMk cId="145354632" sldId="2463"/>
            <ac:picMk id="28" creationId="{ECA73327-AA37-639B-A041-F5F40D7DA875}"/>
          </ac:picMkLst>
        </pc:picChg>
        <pc:picChg chg="add mod">
          <ac:chgData name="Prajayraj Rathore" userId="6a2c366a-0cee-487b-a826-8b3da446b7c0" providerId="ADAL" clId="{32D1DCAA-78A7-45CB-BB6D-69647E9BE3FC}" dt="2025-07-10T22:45:50.526" v="1320" actId="1038"/>
          <ac:picMkLst>
            <pc:docMk/>
            <pc:sldMk cId="145354632" sldId="2463"/>
            <ac:picMk id="30" creationId="{4E9B4141-2AD9-6485-D177-680E9F57E648}"/>
          </ac:picMkLst>
        </pc:picChg>
      </pc:sldChg>
      <pc:sldChg chg="addSp delSp modSp mod">
        <pc:chgData name="Prajayraj Rathore" userId="6a2c366a-0cee-487b-a826-8b3da446b7c0" providerId="ADAL" clId="{32D1DCAA-78A7-45CB-BB6D-69647E9BE3FC}" dt="2025-07-10T10:55:10.049" v="801" actId="1076"/>
        <pc:sldMkLst>
          <pc:docMk/>
          <pc:sldMk cId="1846064578" sldId="2466"/>
        </pc:sldMkLst>
        <pc:spChg chg="add del mod">
          <ac:chgData name="Prajayraj Rathore" userId="6a2c366a-0cee-487b-a826-8b3da446b7c0" providerId="ADAL" clId="{32D1DCAA-78A7-45CB-BB6D-69647E9BE3FC}" dt="2025-07-10T10:29:53.222" v="504" actId="478"/>
          <ac:spMkLst>
            <pc:docMk/>
            <pc:sldMk cId="1846064578" sldId="2466"/>
            <ac:spMk id="3" creationId="{1B73EBBF-FC14-E2BB-DA18-852A343507EB}"/>
          </ac:spMkLst>
        </pc:spChg>
        <pc:spChg chg="add mod">
          <ac:chgData name="Prajayraj Rathore" userId="6a2c366a-0cee-487b-a826-8b3da446b7c0" providerId="ADAL" clId="{32D1DCAA-78A7-45CB-BB6D-69647E9BE3FC}" dt="2025-07-10T10:53:53.426" v="747" actId="164"/>
          <ac:spMkLst>
            <pc:docMk/>
            <pc:sldMk cId="1846064578" sldId="2466"/>
            <ac:spMk id="5" creationId="{290BAFCB-2CD1-C6D6-4043-3432F4332A71}"/>
          </ac:spMkLst>
        </pc:spChg>
        <pc:spChg chg="mod">
          <ac:chgData name="Prajayraj Rathore" userId="6a2c366a-0cee-487b-a826-8b3da446b7c0" providerId="ADAL" clId="{32D1DCAA-78A7-45CB-BB6D-69647E9BE3FC}" dt="2025-07-10T10:55:10.049" v="801" actId="1076"/>
          <ac:spMkLst>
            <pc:docMk/>
            <pc:sldMk cId="1846064578" sldId="2466"/>
            <ac:spMk id="6" creationId="{B9140EA1-67B5-FD6E-7557-C757D4C9100C}"/>
          </ac:spMkLst>
        </pc:spChg>
        <pc:spChg chg="add mod">
          <ac:chgData name="Prajayraj Rathore" userId="6a2c366a-0cee-487b-a826-8b3da446b7c0" providerId="ADAL" clId="{32D1DCAA-78A7-45CB-BB6D-69647E9BE3FC}" dt="2025-07-10T10:53:53.426" v="747" actId="164"/>
          <ac:spMkLst>
            <pc:docMk/>
            <pc:sldMk cId="1846064578" sldId="2466"/>
            <ac:spMk id="9" creationId="{9C123B35-F6AB-7299-494E-1CAC4311784B}"/>
          </ac:spMkLst>
        </pc:spChg>
        <pc:grpChg chg="add mod">
          <ac:chgData name="Prajayraj Rathore" userId="6a2c366a-0cee-487b-a826-8b3da446b7c0" providerId="ADAL" clId="{32D1DCAA-78A7-45CB-BB6D-69647E9BE3FC}" dt="2025-07-10T10:54:21.491" v="796" actId="1076"/>
          <ac:grpSpMkLst>
            <pc:docMk/>
            <pc:sldMk cId="1846064578" sldId="2466"/>
            <ac:grpSpMk id="10" creationId="{3970BABA-0942-0F41-7E9A-8F8F790BFF4B}"/>
          </ac:grpSpMkLst>
        </pc:grpChg>
        <pc:picChg chg="mod">
          <ac:chgData name="Prajayraj Rathore" userId="6a2c366a-0cee-487b-a826-8b3da446b7c0" providerId="ADAL" clId="{32D1DCAA-78A7-45CB-BB6D-69647E9BE3FC}" dt="2025-07-10T10:54:03.741" v="750" actId="1076"/>
          <ac:picMkLst>
            <pc:docMk/>
            <pc:sldMk cId="1846064578" sldId="2466"/>
            <ac:picMk id="2" creationId="{5D1A8C55-739A-4847-69AF-CAECA97425FD}"/>
          </ac:picMkLst>
        </pc:picChg>
      </pc:sldChg>
      <pc:sldChg chg="addSp delSp modSp mod">
        <pc:chgData name="Prajayraj Rathore" userId="6a2c366a-0cee-487b-a826-8b3da446b7c0" providerId="ADAL" clId="{32D1DCAA-78A7-45CB-BB6D-69647E9BE3FC}" dt="2025-07-10T13:57:18.055" v="1176"/>
        <pc:sldMkLst>
          <pc:docMk/>
          <pc:sldMk cId="2364649219" sldId="2467"/>
        </pc:sldMkLst>
        <pc:spChg chg="add del mod">
          <ac:chgData name="Prajayraj Rathore" userId="6a2c366a-0cee-487b-a826-8b3da446b7c0" providerId="ADAL" clId="{32D1DCAA-78A7-45CB-BB6D-69647E9BE3FC}" dt="2025-07-10T13:57:18.055" v="1176"/>
          <ac:spMkLst>
            <pc:docMk/>
            <pc:sldMk cId="2364649219" sldId="2467"/>
            <ac:spMk id="2" creationId="{478C8C73-DBB9-6C28-8AE8-6B50D363240F}"/>
          </ac:spMkLst>
        </pc:spChg>
      </pc:sldChg>
      <pc:sldChg chg="modSp mod">
        <pc:chgData name="Prajayraj Rathore" userId="6a2c366a-0cee-487b-a826-8b3da446b7c0" providerId="ADAL" clId="{32D1DCAA-78A7-45CB-BB6D-69647E9BE3FC}" dt="2025-07-10T10:23:18.897" v="431" actId="20577"/>
        <pc:sldMkLst>
          <pc:docMk/>
          <pc:sldMk cId="161095013" sldId="2469"/>
        </pc:sldMkLst>
        <pc:spChg chg="mod">
          <ac:chgData name="Prajayraj Rathore" userId="6a2c366a-0cee-487b-a826-8b3da446b7c0" providerId="ADAL" clId="{32D1DCAA-78A7-45CB-BB6D-69647E9BE3FC}" dt="2025-07-10T10:23:18.897" v="431" actId="20577"/>
          <ac:spMkLst>
            <pc:docMk/>
            <pc:sldMk cId="161095013" sldId="2469"/>
            <ac:spMk id="5" creationId="{D08EB936-6DD0-1D8A-2034-4D7B8D51B286}"/>
          </ac:spMkLst>
        </pc:spChg>
      </pc:sldChg>
      <pc:sldChg chg="modSp mod">
        <pc:chgData name="Prajayraj Rathore" userId="6a2c366a-0cee-487b-a826-8b3da446b7c0" providerId="ADAL" clId="{32D1DCAA-78A7-45CB-BB6D-69647E9BE3FC}" dt="2025-07-10T14:01:42.353" v="1280" actId="20577"/>
        <pc:sldMkLst>
          <pc:docMk/>
          <pc:sldMk cId="292753764" sldId="2470"/>
        </pc:sldMkLst>
        <pc:spChg chg="mod">
          <ac:chgData name="Prajayraj Rathore" userId="6a2c366a-0cee-487b-a826-8b3da446b7c0" providerId="ADAL" clId="{32D1DCAA-78A7-45CB-BB6D-69647E9BE3FC}" dt="2025-07-10T14:01:42.353" v="1280" actId="20577"/>
          <ac:spMkLst>
            <pc:docMk/>
            <pc:sldMk cId="292753764" sldId="2470"/>
            <ac:spMk id="4" creationId="{447414CE-7D67-F9C9-5A8A-1ABEE3E4B8FB}"/>
          </ac:spMkLst>
        </pc:spChg>
      </pc:sldChg>
      <pc:sldChg chg="modSp mod">
        <pc:chgData name="Prajayraj Rathore" userId="6a2c366a-0cee-487b-a826-8b3da446b7c0" providerId="ADAL" clId="{32D1DCAA-78A7-45CB-BB6D-69647E9BE3FC}" dt="2025-07-10T10:47:28.692" v="740" actId="20577"/>
        <pc:sldMkLst>
          <pc:docMk/>
          <pc:sldMk cId="872153707" sldId="2471"/>
        </pc:sldMkLst>
        <pc:spChg chg="mod">
          <ac:chgData name="Prajayraj Rathore" userId="6a2c366a-0cee-487b-a826-8b3da446b7c0" providerId="ADAL" clId="{32D1DCAA-78A7-45CB-BB6D-69647E9BE3FC}" dt="2025-07-10T10:47:28.692" v="740" actId="20577"/>
          <ac:spMkLst>
            <pc:docMk/>
            <pc:sldMk cId="872153707" sldId="2471"/>
            <ac:spMk id="4" creationId="{3E25971B-46E4-8150-AE6B-FDBB03BA074F}"/>
          </ac:spMkLst>
        </pc:spChg>
      </pc:sldChg>
      <pc:sldChg chg="addSp modSp mod">
        <pc:chgData name="Prajayraj Rathore" userId="6a2c366a-0cee-487b-a826-8b3da446b7c0" providerId="ADAL" clId="{32D1DCAA-78A7-45CB-BB6D-69647E9BE3FC}" dt="2025-07-10T14:01:02.116" v="1269" actId="1036"/>
        <pc:sldMkLst>
          <pc:docMk/>
          <pc:sldMk cId="3289269683" sldId="2473"/>
        </pc:sldMkLst>
        <pc:spChg chg="mod">
          <ac:chgData name="Prajayraj Rathore" userId="6a2c366a-0cee-487b-a826-8b3da446b7c0" providerId="ADAL" clId="{32D1DCAA-78A7-45CB-BB6D-69647E9BE3FC}" dt="2025-07-10T13:59:41.222" v="1250" actId="20577"/>
          <ac:spMkLst>
            <pc:docMk/>
            <pc:sldMk cId="3289269683" sldId="2473"/>
            <ac:spMk id="4" creationId="{D267055E-F00C-93F1-2681-FEA58246A83B}"/>
          </ac:spMkLst>
        </pc:spChg>
        <pc:picChg chg="add mod">
          <ac:chgData name="Prajayraj Rathore" userId="6a2c366a-0cee-487b-a826-8b3da446b7c0" providerId="ADAL" clId="{32D1DCAA-78A7-45CB-BB6D-69647E9BE3FC}" dt="2025-07-10T14:00:22.088" v="1259" actId="1076"/>
          <ac:picMkLst>
            <pc:docMk/>
            <pc:sldMk cId="3289269683" sldId="2473"/>
            <ac:picMk id="2" creationId="{2FD3DCD3-7D9E-4291-CA40-A6006EC872C1}"/>
          </ac:picMkLst>
        </pc:picChg>
        <pc:picChg chg="mod">
          <ac:chgData name="Prajayraj Rathore" userId="6a2c366a-0cee-487b-a826-8b3da446b7c0" providerId="ADAL" clId="{32D1DCAA-78A7-45CB-BB6D-69647E9BE3FC}" dt="2025-07-10T14:01:02.116" v="1269" actId="1036"/>
          <ac:picMkLst>
            <pc:docMk/>
            <pc:sldMk cId="3289269683" sldId="2473"/>
            <ac:picMk id="8" creationId="{251A232C-0446-990F-6CF1-1E3F6D47E71D}"/>
          </ac:picMkLst>
        </pc:picChg>
        <pc:picChg chg="mod">
          <ac:chgData name="Prajayraj Rathore" userId="6a2c366a-0cee-487b-a826-8b3da446b7c0" providerId="ADAL" clId="{32D1DCAA-78A7-45CB-BB6D-69647E9BE3FC}" dt="2025-07-10T14:00:44.263" v="1261" actId="1076"/>
          <ac:picMkLst>
            <pc:docMk/>
            <pc:sldMk cId="3289269683" sldId="2473"/>
            <ac:picMk id="9" creationId="{227DF637-CA78-99AE-A7A9-B2826A81A46E}"/>
          </ac:picMkLst>
        </pc:picChg>
        <pc:cxnChg chg="add mod">
          <ac:chgData name="Prajayraj Rathore" userId="6a2c366a-0cee-487b-a826-8b3da446b7c0" providerId="ADAL" clId="{32D1DCAA-78A7-45CB-BB6D-69647E9BE3FC}" dt="2025-07-10T14:01:02.116" v="1269" actId="1036"/>
          <ac:cxnSpMkLst>
            <pc:docMk/>
            <pc:sldMk cId="3289269683" sldId="2473"/>
            <ac:cxnSpMk id="6" creationId="{572426A5-832E-F556-4156-F5E8B3F69C1E}"/>
          </ac:cxnSpMkLst>
        </pc:cxnChg>
        <pc:cxnChg chg="add">
          <ac:chgData name="Prajayraj Rathore" userId="6a2c366a-0cee-487b-a826-8b3da446b7c0" providerId="ADAL" clId="{32D1DCAA-78A7-45CB-BB6D-69647E9BE3FC}" dt="2025-07-10T14:00:54.649" v="1263" actId="11529"/>
          <ac:cxnSpMkLst>
            <pc:docMk/>
            <pc:sldMk cId="3289269683" sldId="2473"/>
            <ac:cxnSpMk id="14" creationId="{D3FB90C2-89D4-3EC7-50E4-5C3CA40B1B42}"/>
          </ac:cxnSpMkLst>
        </pc:cxnChg>
      </pc:sldChg>
      <pc:sldChg chg="del">
        <pc:chgData name="Prajayraj Rathore" userId="6a2c366a-0cee-487b-a826-8b3da446b7c0" providerId="ADAL" clId="{32D1DCAA-78A7-45CB-BB6D-69647E9BE3FC}" dt="2025-07-10T10:48:13.152" v="741" actId="47"/>
        <pc:sldMkLst>
          <pc:docMk/>
          <pc:sldMk cId="3046948091" sldId="2474"/>
        </pc:sldMkLst>
      </pc:sldChg>
      <pc:sldChg chg="modSp add mod">
        <pc:chgData name="Prajayraj Rathore" userId="6a2c366a-0cee-487b-a826-8b3da446b7c0" providerId="ADAL" clId="{32D1DCAA-78A7-45CB-BB6D-69647E9BE3FC}" dt="2025-07-10T10:23:36.118" v="442" actId="20577"/>
        <pc:sldMkLst>
          <pc:docMk/>
          <pc:sldMk cId="1216853026" sldId="2475"/>
        </pc:sldMkLst>
        <pc:spChg chg="mod">
          <ac:chgData name="Prajayraj Rathore" userId="6a2c366a-0cee-487b-a826-8b3da446b7c0" providerId="ADAL" clId="{32D1DCAA-78A7-45CB-BB6D-69647E9BE3FC}" dt="2025-07-10T10:23:36.118" v="442" actId="20577"/>
          <ac:spMkLst>
            <pc:docMk/>
            <pc:sldMk cId="1216853026" sldId="2475"/>
            <ac:spMk id="5" creationId="{E6F8C881-1D58-6526-123A-08055317F264}"/>
          </ac:spMkLst>
        </pc:spChg>
        <pc:spChg chg="mod">
          <ac:chgData name="Prajayraj Rathore" userId="6a2c366a-0cee-487b-a826-8b3da446b7c0" providerId="ADAL" clId="{32D1DCAA-78A7-45CB-BB6D-69647E9BE3FC}" dt="2025-07-10T10:13:35.152" v="28" actId="20577"/>
          <ac:spMkLst>
            <pc:docMk/>
            <pc:sldMk cId="1216853026" sldId="2475"/>
            <ac:spMk id="6" creationId="{F11DDE62-BBFE-41AF-1E35-09E4C15D1BC5}"/>
          </ac:spMkLst>
        </pc:spChg>
      </pc:sldChg>
      <pc:sldChg chg="addSp delSp modSp new mod setBg addAnim">
        <pc:chgData name="Prajayraj Rathore" userId="6a2c366a-0cee-487b-a826-8b3da446b7c0" providerId="ADAL" clId="{32D1DCAA-78A7-45CB-BB6D-69647E9BE3FC}" dt="2025-07-10T13:54:38.928" v="1076" actId="20577"/>
        <pc:sldMkLst>
          <pc:docMk/>
          <pc:sldMk cId="2367961096" sldId="2476"/>
        </pc:sldMkLst>
        <pc:spChg chg="del">
          <ac:chgData name="Prajayraj Rathore" userId="6a2c366a-0cee-487b-a826-8b3da446b7c0" providerId="ADAL" clId="{32D1DCAA-78A7-45CB-BB6D-69647E9BE3FC}" dt="2025-07-10T13:47:40.769" v="994" actId="26606"/>
          <ac:spMkLst>
            <pc:docMk/>
            <pc:sldMk cId="2367961096" sldId="2476"/>
            <ac:spMk id="2" creationId="{21D3C01F-0826-B009-22FC-F2C53DF54AB1}"/>
          </ac:spMkLst>
        </pc:spChg>
        <pc:spChg chg="mod">
          <ac:chgData name="Prajayraj Rathore" userId="6a2c366a-0cee-487b-a826-8b3da446b7c0" providerId="ADAL" clId="{32D1DCAA-78A7-45CB-BB6D-69647E9BE3FC}" dt="2025-07-10T13:50:16.725" v="1064" actId="108"/>
          <ac:spMkLst>
            <pc:docMk/>
            <pc:sldMk cId="2367961096" sldId="2476"/>
            <ac:spMk id="3" creationId="{4683378D-E03D-CCEB-D513-3C91B12D0388}"/>
          </ac:spMkLst>
        </pc:spChg>
        <pc:spChg chg="mod">
          <ac:chgData name="Prajayraj Rathore" userId="6a2c366a-0cee-487b-a826-8b3da446b7c0" providerId="ADAL" clId="{32D1DCAA-78A7-45CB-BB6D-69647E9BE3FC}" dt="2025-07-10T13:54:38.928" v="1076" actId="20577"/>
          <ac:spMkLst>
            <pc:docMk/>
            <pc:sldMk cId="2367961096" sldId="2476"/>
            <ac:spMk id="4" creationId="{95CCC443-B48F-1E58-70C8-FEFF3481FD33}"/>
          </ac:spMkLst>
        </pc:spChg>
        <pc:spChg chg="add">
          <ac:chgData name="Prajayraj Rathore" userId="6a2c366a-0cee-487b-a826-8b3da446b7c0" providerId="ADAL" clId="{32D1DCAA-78A7-45CB-BB6D-69647E9BE3FC}" dt="2025-07-10T13:47:40.769" v="994" actId="26606"/>
          <ac:spMkLst>
            <pc:docMk/>
            <pc:sldMk cId="2367961096" sldId="2476"/>
            <ac:spMk id="10" creationId="{1A3C89F8-0D2F-47FF-B903-151248265F47}"/>
          </ac:spMkLst>
        </pc:spChg>
        <pc:spChg chg="add">
          <ac:chgData name="Prajayraj Rathore" userId="6a2c366a-0cee-487b-a826-8b3da446b7c0" providerId="ADAL" clId="{32D1DCAA-78A7-45CB-BB6D-69647E9BE3FC}" dt="2025-07-10T13:47:40.769" v="994" actId="26606"/>
          <ac:spMkLst>
            <pc:docMk/>
            <pc:sldMk cId="2367961096" sldId="2476"/>
            <ac:spMk id="12" creationId="{C5CB530E-515E-412C-9DF1-5F8FFBD6F383}"/>
          </ac:spMkLst>
        </pc:spChg>
        <pc:spChg chg="add">
          <ac:chgData name="Prajayraj Rathore" userId="6a2c366a-0cee-487b-a826-8b3da446b7c0" providerId="ADAL" clId="{32D1DCAA-78A7-45CB-BB6D-69647E9BE3FC}" dt="2025-07-10T13:47:40.769" v="994" actId="26606"/>
          <ac:spMkLst>
            <pc:docMk/>
            <pc:sldMk cId="2367961096" sldId="2476"/>
            <ac:spMk id="14" creationId="{712D4376-A578-4FF1-94FC-245E7A6A489F}"/>
          </ac:spMkLst>
        </pc:spChg>
        <pc:spChg chg="add">
          <ac:chgData name="Prajayraj Rathore" userId="6a2c366a-0cee-487b-a826-8b3da446b7c0" providerId="ADAL" clId="{32D1DCAA-78A7-45CB-BB6D-69647E9BE3FC}" dt="2025-07-10T13:47:40.769" v="994" actId="26606"/>
          <ac:spMkLst>
            <pc:docMk/>
            <pc:sldMk cId="2367961096" sldId="2476"/>
            <ac:spMk id="16" creationId="{AEA7509D-F04F-40CB-A0B3-EEF16499CC9F}"/>
          </ac:spMkLst>
        </pc:spChg>
        <pc:spChg chg="add">
          <ac:chgData name="Prajayraj Rathore" userId="6a2c366a-0cee-487b-a826-8b3da446b7c0" providerId="ADAL" clId="{32D1DCAA-78A7-45CB-BB6D-69647E9BE3FC}" dt="2025-07-10T13:47:40.769" v="994" actId="26606"/>
          <ac:spMkLst>
            <pc:docMk/>
            <pc:sldMk cId="2367961096" sldId="2476"/>
            <ac:spMk id="20" creationId="{508BEF50-7B1E-49A4-BC19-5F4F1D755E64}"/>
          </ac:spMkLst>
        </pc:spChg>
        <pc:spChg chg="add">
          <ac:chgData name="Prajayraj Rathore" userId="6a2c366a-0cee-487b-a826-8b3da446b7c0" providerId="ADAL" clId="{32D1DCAA-78A7-45CB-BB6D-69647E9BE3FC}" dt="2025-07-10T13:47:40.769" v="994" actId="26606"/>
          <ac:spMkLst>
            <pc:docMk/>
            <pc:sldMk cId="2367961096" sldId="2476"/>
            <ac:spMk id="22" creationId="{3FBAD350-5664-4811-A208-657FB882D350}"/>
          </ac:spMkLst>
        </pc:spChg>
        <pc:spChg chg="add">
          <ac:chgData name="Prajayraj Rathore" userId="6a2c366a-0cee-487b-a826-8b3da446b7c0" providerId="ADAL" clId="{32D1DCAA-78A7-45CB-BB6D-69647E9BE3FC}" dt="2025-07-10T13:47:40.769" v="994" actId="26606"/>
          <ac:spMkLst>
            <pc:docMk/>
            <pc:sldMk cId="2367961096" sldId="2476"/>
            <ac:spMk id="24" creationId="{C39ADB8F-D187-49D7-BDCF-C1B6DC727068}"/>
          </ac:spMkLst>
        </pc:spChg>
      </pc:sldChg>
      <pc:sldChg chg="addSp delSp modSp new mod setBg addAnim">
        <pc:chgData name="Prajayraj Rathore" userId="6a2c366a-0cee-487b-a826-8b3da446b7c0" providerId="ADAL" clId="{32D1DCAA-78A7-45CB-BB6D-69647E9BE3FC}" dt="2025-07-10T13:59:13.875" v="1238" actId="20577"/>
        <pc:sldMkLst>
          <pc:docMk/>
          <pc:sldMk cId="656635768" sldId="2477"/>
        </pc:sldMkLst>
        <pc:spChg chg="del">
          <ac:chgData name="Prajayraj Rathore" userId="6a2c366a-0cee-487b-a826-8b3da446b7c0" providerId="ADAL" clId="{32D1DCAA-78A7-45CB-BB6D-69647E9BE3FC}" dt="2025-07-10T13:57:44.746" v="1198" actId="26606"/>
          <ac:spMkLst>
            <pc:docMk/>
            <pc:sldMk cId="656635768" sldId="2477"/>
            <ac:spMk id="2" creationId="{AFBC69DE-3276-446A-1FE2-6735865F414B}"/>
          </ac:spMkLst>
        </pc:spChg>
        <pc:spChg chg="mod">
          <ac:chgData name="Prajayraj Rathore" userId="6a2c366a-0cee-487b-a826-8b3da446b7c0" providerId="ADAL" clId="{32D1DCAA-78A7-45CB-BB6D-69647E9BE3FC}" dt="2025-07-10T13:57:44.746" v="1198" actId="26606"/>
          <ac:spMkLst>
            <pc:docMk/>
            <pc:sldMk cId="656635768" sldId="2477"/>
            <ac:spMk id="3" creationId="{2606121C-CCE7-4098-BC47-DFAE4F12FBB2}"/>
          </ac:spMkLst>
        </pc:spChg>
        <pc:spChg chg="mod">
          <ac:chgData name="Prajayraj Rathore" userId="6a2c366a-0cee-487b-a826-8b3da446b7c0" providerId="ADAL" clId="{32D1DCAA-78A7-45CB-BB6D-69647E9BE3FC}" dt="2025-07-10T13:58:40.507" v="1225" actId="20577"/>
          <ac:spMkLst>
            <pc:docMk/>
            <pc:sldMk cId="656635768" sldId="2477"/>
            <ac:spMk id="4" creationId="{4A519424-E0B0-00E9-1A3D-B9395C82AA79}"/>
          </ac:spMkLst>
        </pc:spChg>
        <pc:spChg chg="mod">
          <ac:chgData name="Prajayraj Rathore" userId="6a2c366a-0cee-487b-a826-8b3da446b7c0" providerId="ADAL" clId="{32D1DCAA-78A7-45CB-BB6D-69647E9BE3FC}" dt="2025-07-10T13:57:44.746" v="1198" actId="26606"/>
          <ac:spMkLst>
            <pc:docMk/>
            <pc:sldMk cId="656635768" sldId="2477"/>
            <ac:spMk id="5" creationId="{9ACF7749-0706-6C19-034D-BEAE62461E86}"/>
          </ac:spMkLst>
        </pc:spChg>
        <pc:spChg chg="add mod">
          <ac:chgData name="Prajayraj Rathore" userId="6a2c366a-0cee-487b-a826-8b3da446b7c0" providerId="ADAL" clId="{32D1DCAA-78A7-45CB-BB6D-69647E9BE3FC}" dt="2025-07-10T13:59:13.875" v="1238" actId="20577"/>
          <ac:spMkLst>
            <pc:docMk/>
            <pc:sldMk cId="656635768" sldId="2477"/>
            <ac:spMk id="7" creationId="{B7E256C6-04A9-E3BC-928A-746C421E9913}"/>
          </ac:spMkLst>
        </pc:spChg>
        <pc:spChg chg="add">
          <ac:chgData name="Prajayraj Rathore" userId="6a2c366a-0cee-487b-a826-8b3da446b7c0" providerId="ADAL" clId="{32D1DCAA-78A7-45CB-BB6D-69647E9BE3FC}" dt="2025-07-10T13:57:44.746" v="1198" actId="26606"/>
          <ac:spMkLst>
            <pc:docMk/>
            <pc:sldMk cId="656635768" sldId="2477"/>
            <ac:spMk id="10" creationId="{1A3C89F8-0D2F-47FF-B903-151248265F47}"/>
          </ac:spMkLst>
        </pc:spChg>
        <pc:spChg chg="add">
          <ac:chgData name="Prajayraj Rathore" userId="6a2c366a-0cee-487b-a826-8b3da446b7c0" providerId="ADAL" clId="{32D1DCAA-78A7-45CB-BB6D-69647E9BE3FC}" dt="2025-07-10T13:57:44.746" v="1198" actId="26606"/>
          <ac:spMkLst>
            <pc:docMk/>
            <pc:sldMk cId="656635768" sldId="2477"/>
            <ac:spMk id="12" creationId="{C5CB530E-515E-412C-9DF1-5F8FFBD6F383}"/>
          </ac:spMkLst>
        </pc:spChg>
        <pc:spChg chg="add">
          <ac:chgData name="Prajayraj Rathore" userId="6a2c366a-0cee-487b-a826-8b3da446b7c0" providerId="ADAL" clId="{32D1DCAA-78A7-45CB-BB6D-69647E9BE3FC}" dt="2025-07-10T13:57:44.746" v="1198" actId="26606"/>
          <ac:spMkLst>
            <pc:docMk/>
            <pc:sldMk cId="656635768" sldId="2477"/>
            <ac:spMk id="14" creationId="{712D4376-A578-4FF1-94FC-245E7A6A489F}"/>
          </ac:spMkLst>
        </pc:spChg>
        <pc:spChg chg="add">
          <ac:chgData name="Prajayraj Rathore" userId="6a2c366a-0cee-487b-a826-8b3da446b7c0" providerId="ADAL" clId="{32D1DCAA-78A7-45CB-BB6D-69647E9BE3FC}" dt="2025-07-10T13:57:44.746" v="1198" actId="26606"/>
          <ac:spMkLst>
            <pc:docMk/>
            <pc:sldMk cId="656635768" sldId="2477"/>
            <ac:spMk id="16" creationId="{AEA7509D-F04F-40CB-A0B3-EEF16499CC9F}"/>
          </ac:spMkLst>
        </pc:spChg>
        <pc:spChg chg="add">
          <ac:chgData name="Prajayraj Rathore" userId="6a2c366a-0cee-487b-a826-8b3da446b7c0" providerId="ADAL" clId="{32D1DCAA-78A7-45CB-BB6D-69647E9BE3FC}" dt="2025-07-10T13:57:44.746" v="1198" actId="26606"/>
          <ac:spMkLst>
            <pc:docMk/>
            <pc:sldMk cId="656635768" sldId="2477"/>
            <ac:spMk id="20" creationId="{508BEF50-7B1E-49A4-BC19-5F4F1D755E64}"/>
          </ac:spMkLst>
        </pc:spChg>
        <pc:spChg chg="add">
          <ac:chgData name="Prajayraj Rathore" userId="6a2c366a-0cee-487b-a826-8b3da446b7c0" providerId="ADAL" clId="{32D1DCAA-78A7-45CB-BB6D-69647E9BE3FC}" dt="2025-07-10T13:57:44.746" v="1198" actId="26606"/>
          <ac:spMkLst>
            <pc:docMk/>
            <pc:sldMk cId="656635768" sldId="2477"/>
            <ac:spMk id="22" creationId="{3FBAD350-5664-4811-A208-657FB882D350}"/>
          </ac:spMkLst>
        </pc:spChg>
        <pc:spChg chg="add">
          <ac:chgData name="Prajayraj Rathore" userId="6a2c366a-0cee-487b-a826-8b3da446b7c0" providerId="ADAL" clId="{32D1DCAA-78A7-45CB-BB6D-69647E9BE3FC}" dt="2025-07-10T13:57:44.746" v="1198" actId="26606"/>
          <ac:spMkLst>
            <pc:docMk/>
            <pc:sldMk cId="656635768" sldId="2477"/>
            <ac:spMk id="24" creationId="{C39ADB8F-D187-49D7-BDCF-C1B6DC727068}"/>
          </ac:spMkLst>
        </pc:spChg>
      </pc:sldChg>
      <pc:sldChg chg="addSp delSp add del setBg delDesignElem">
        <pc:chgData name="Prajayraj Rathore" userId="6a2c366a-0cee-487b-a826-8b3da446b7c0" providerId="ADAL" clId="{32D1DCAA-78A7-45CB-BB6D-69647E9BE3FC}" dt="2025-07-10T13:56:08.973" v="1142"/>
        <pc:sldMkLst>
          <pc:docMk/>
          <pc:sldMk cId="1580719327" sldId="2477"/>
        </pc:sldMkLst>
        <pc:spChg chg="add del">
          <ac:chgData name="Prajayraj Rathore" userId="6a2c366a-0cee-487b-a826-8b3da446b7c0" providerId="ADAL" clId="{32D1DCAA-78A7-45CB-BB6D-69647E9BE3FC}" dt="2025-07-10T13:56:08.973" v="1142"/>
          <ac:spMkLst>
            <pc:docMk/>
            <pc:sldMk cId="1580719327" sldId="2477"/>
            <ac:spMk id="14" creationId="{F279CF92-F2B1-7CB1-5854-A18DF3B23E48}"/>
          </ac:spMkLst>
        </pc:spChg>
        <pc:spChg chg="add del">
          <ac:chgData name="Prajayraj Rathore" userId="6a2c366a-0cee-487b-a826-8b3da446b7c0" providerId="ADAL" clId="{32D1DCAA-78A7-45CB-BB6D-69647E9BE3FC}" dt="2025-07-10T13:56:08.973" v="1142"/>
          <ac:spMkLst>
            <pc:docMk/>
            <pc:sldMk cId="1580719327" sldId="2477"/>
            <ac:spMk id="16" creationId="{55676D53-5761-60C5-B7B1-AAE89598772A}"/>
          </ac:spMkLst>
        </pc:spChg>
        <pc:spChg chg="add del">
          <ac:chgData name="Prajayraj Rathore" userId="6a2c366a-0cee-487b-a826-8b3da446b7c0" providerId="ADAL" clId="{32D1DCAA-78A7-45CB-BB6D-69647E9BE3FC}" dt="2025-07-10T13:56:08.973" v="1142"/>
          <ac:spMkLst>
            <pc:docMk/>
            <pc:sldMk cId="1580719327" sldId="2477"/>
            <ac:spMk id="18" creationId="{311F4EAF-5938-BA30-06CD-3C78B430B758}"/>
          </ac:spMkLst>
        </pc:spChg>
        <pc:spChg chg="add del">
          <ac:chgData name="Prajayraj Rathore" userId="6a2c366a-0cee-487b-a826-8b3da446b7c0" providerId="ADAL" clId="{32D1DCAA-78A7-45CB-BB6D-69647E9BE3FC}" dt="2025-07-10T13:56:08.973" v="1142"/>
          <ac:spMkLst>
            <pc:docMk/>
            <pc:sldMk cId="1580719327" sldId="2477"/>
            <ac:spMk id="20" creationId="{70AD7BE9-0D0F-AD4A-BF23-01139341B5F5}"/>
          </ac:spMkLst>
        </pc:spChg>
        <pc:spChg chg="add del">
          <ac:chgData name="Prajayraj Rathore" userId="6a2c366a-0cee-487b-a826-8b3da446b7c0" providerId="ADAL" clId="{32D1DCAA-78A7-45CB-BB6D-69647E9BE3FC}" dt="2025-07-10T13:56:08.973" v="1142"/>
          <ac:spMkLst>
            <pc:docMk/>
            <pc:sldMk cId="1580719327" sldId="2477"/>
            <ac:spMk id="24" creationId="{0F48815C-2B04-8F15-6B99-2F82F2EBF2CE}"/>
          </ac:spMkLst>
        </pc:spChg>
        <pc:spChg chg="add del">
          <ac:chgData name="Prajayraj Rathore" userId="6a2c366a-0cee-487b-a826-8b3da446b7c0" providerId="ADAL" clId="{32D1DCAA-78A7-45CB-BB6D-69647E9BE3FC}" dt="2025-07-10T13:56:08.973" v="1142"/>
          <ac:spMkLst>
            <pc:docMk/>
            <pc:sldMk cId="1580719327" sldId="2477"/>
            <ac:spMk id="26" creationId="{3ED03D1B-1333-A9CD-23EF-7749DB602921}"/>
          </ac:spMkLst>
        </pc:spChg>
        <pc:spChg chg="add del">
          <ac:chgData name="Prajayraj Rathore" userId="6a2c366a-0cee-487b-a826-8b3da446b7c0" providerId="ADAL" clId="{32D1DCAA-78A7-45CB-BB6D-69647E9BE3FC}" dt="2025-07-10T13:56:08.973" v="1142"/>
          <ac:spMkLst>
            <pc:docMk/>
            <pc:sldMk cId="1580719327" sldId="2477"/>
            <ac:spMk id="28" creationId="{E4D3DE79-ADBD-6BA2-6033-8682DEF5E089}"/>
          </ac:spMkLst>
        </pc:spChg>
        <pc:cxnChg chg="add del">
          <ac:chgData name="Prajayraj Rathore" userId="6a2c366a-0cee-487b-a826-8b3da446b7c0" providerId="ADAL" clId="{32D1DCAA-78A7-45CB-BB6D-69647E9BE3FC}" dt="2025-07-10T13:56:08.973" v="1142"/>
          <ac:cxnSpMkLst>
            <pc:docMk/>
            <pc:sldMk cId="1580719327" sldId="2477"/>
            <ac:cxnSpMk id="22" creationId="{0D5C3431-6B6B-ADD1-6426-DCAB4B6F4D73}"/>
          </ac:cxnSpMkLst>
        </pc:cxnChg>
      </pc:sldChg>
      <pc:sldChg chg="addSp delSp add del setBg delDesignElem">
        <pc:chgData name="Prajayraj Rathore" userId="6a2c366a-0cee-487b-a826-8b3da446b7c0" providerId="ADAL" clId="{32D1DCAA-78A7-45CB-BB6D-69647E9BE3FC}" dt="2025-07-10T13:53:23.182" v="1067"/>
        <pc:sldMkLst>
          <pc:docMk/>
          <pc:sldMk cId="1861769115" sldId="2477"/>
        </pc:sldMkLst>
        <pc:spChg chg="add del">
          <ac:chgData name="Prajayraj Rathore" userId="6a2c366a-0cee-487b-a826-8b3da446b7c0" providerId="ADAL" clId="{32D1DCAA-78A7-45CB-BB6D-69647E9BE3FC}" dt="2025-07-10T13:53:23.182" v="1067"/>
          <ac:spMkLst>
            <pc:docMk/>
            <pc:sldMk cId="1861769115" sldId="2477"/>
            <ac:spMk id="11" creationId="{147A300A-7031-DB6D-C519-C5023841C8F5}"/>
          </ac:spMkLst>
        </pc:spChg>
        <pc:cxnChg chg="add del">
          <ac:chgData name="Prajayraj Rathore" userId="6a2c366a-0cee-487b-a826-8b3da446b7c0" providerId="ADAL" clId="{32D1DCAA-78A7-45CB-BB6D-69647E9BE3FC}" dt="2025-07-10T13:53:23.182" v="1067"/>
          <ac:cxnSpMkLst>
            <pc:docMk/>
            <pc:sldMk cId="1861769115" sldId="2477"/>
            <ac:cxnSpMk id="13" creationId="{35F4D24F-0BA5-D296-FF4A-E617A237D9E5}"/>
          </ac:cxnSpMkLst>
        </pc:cxnChg>
      </pc:sldChg>
      <pc:sldChg chg="new del">
        <pc:chgData name="Prajayraj Rathore" userId="6a2c366a-0cee-487b-a826-8b3da446b7c0" providerId="ADAL" clId="{32D1DCAA-78A7-45CB-BB6D-69647E9BE3FC}" dt="2025-07-10T13:57:23.581" v="1178" actId="680"/>
        <pc:sldMkLst>
          <pc:docMk/>
          <pc:sldMk cId="2271563441" sldId="2477"/>
        </pc:sldMkLst>
      </pc:sldChg>
      <pc:sldChg chg="addSp delSp add del setBg delDesignElem">
        <pc:chgData name="Prajayraj Rathore" userId="6a2c366a-0cee-487b-a826-8b3da446b7c0" providerId="ADAL" clId="{32D1DCAA-78A7-45CB-BB6D-69647E9BE3FC}" dt="2025-07-10T13:56:34.586" v="1153"/>
        <pc:sldMkLst>
          <pc:docMk/>
          <pc:sldMk cId="2600347382" sldId="2477"/>
        </pc:sldMkLst>
        <pc:spChg chg="add del">
          <ac:chgData name="Prajayraj Rathore" userId="6a2c366a-0cee-487b-a826-8b3da446b7c0" providerId="ADAL" clId="{32D1DCAA-78A7-45CB-BB6D-69647E9BE3FC}" dt="2025-07-10T13:56:34.586" v="1153"/>
          <ac:spMkLst>
            <pc:docMk/>
            <pc:sldMk cId="2600347382" sldId="2477"/>
            <ac:spMk id="14" creationId="{DE52A3B3-BD01-2D8E-86D2-FDBB15044D0F}"/>
          </ac:spMkLst>
        </pc:spChg>
        <pc:spChg chg="add del">
          <ac:chgData name="Prajayraj Rathore" userId="6a2c366a-0cee-487b-a826-8b3da446b7c0" providerId="ADAL" clId="{32D1DCAA-78A7-45CB-BB6D-69647E9BE3FC}" dt="2025-07-10T13:56:34.586" v="1153"/>
          <ac:spMkLst>
            <pc:docMk/>
            <pc:sldMk cId="2600347382" sldId="2477"/>
            <ac:spMk id="16" creationId="{20817A88-6594-8D00-8FCC-72C92B7BF7A0}"/>
          </ac:spMkLst>
        </pc:spChg>
        <pc:spChg chg="add del">
          <ac:chgData name="Prajayraj Rathore" userId="6a2c366a-0cee-487b-a826-8b3da446b7c0" providerId="ADAL" clId="{32D1DCAA-78A7-45CB-BB6D-69647E9BE3FC}" dt="2025-07-10T13:56:34.586" v="1153"/>
          <ac:spMkLst>
            <pc:docMk/>
            <pc:sldMk cId="2600347382" sldId="2477"/>
            <ac:spMk id="18" creationId="{20C2CC0C-F4EE-1837-5499-8EEACEAAC139}"/>
          </ac:spMkLst>
        </pc:spChg>
        <pc:spChg chg="add del">
          <ac:chgData name="Prajayraj Rathore" userId="6a2c366a-0cee-487b-a826-8b3da446b7c0" providerId="ADAL" clId="{32D1DCAA-78A7-45CB-BB6D-69647E9BE3FC}" dt="2025-07-10T13:56:34.586" v="1153"/>
          <ac:spMkLst>
            <pc:docMk/>
            <pc:sldMk cId="2600347382" sldId="2477"/>
            <ac:spMk id="20" creationId="{158BCDFC-04BB-EB49-F022-5863A369480E}"/>
          </ac:spMkLst>
        </pc:spChg>
        <pc:spChg chg="add del">
          <ac:chgData name="Prajayraj Rathore" userId="6a2c366a-0cee-487b-a826-8b3da446b7c0" providerId="ADAL" clId="{32D1DCAA-78A7-45CB-BB6D-69647E9BE3FC}" dt="2025-07-10T13:56:34.586" v="1153"/>
          <ac:spMkLst>
            <pc:docMk/>
            <pc:sldMk cId="2600347382" sldId="2477"/>
            <ac:spMk id="24" creationId="{87857C5F-7E7F-C237-0259-A1087F0A6710}"/>
          </ac:spMkLst>
        </pc:spChg>
        <pc:spChg chg="add del">
          <ac:chgData name="Prajayraj Rathore" userId="6a2c366a-0cee-487b-a826-8b3da446b7c0" providerId="ADAL" clId="{32D1DCAA-78A7-45CB-BB6D-69647E9BE3FC}" dt="2025-07-10T13:56:34.586" v="1153"/>
          <ac:spMkLst>
            <pc:docMk/>
            <pc:sldMk cId="2600347382" sldId="2477"/>
            <ac:spMk id="26" creationId="{62BB8D30-3212-AC15-7C28-54E07308174F}"/>
          </ac:spMkLst>
        </pc:spChg>
        <pc:spChg chg="add del">
          <ac:chgData name="Prajayraj Rathore" userId="6a2c366a-0cee-487b-a826-8b3da446b7c0" providerId="ADAL" clId="{32D1DCAA-78A7-45CB-BB6D-69647E9BE3FC}" dt="2025-07-10T13:56:34.586" v="1153"/>
          <ac:spMkLst>
            <pc:docMk/>
            <pc:sldMk cId="2600347382" sldId="2477"/>
            <ac:spMk id="28" creationId="{15785442-F105-02D1-944C-6792AE4BBFFF}"/>
          </ac:spMkLst>
        </pc:spChg>
        <pc:cxnChg chg="add del">
          <ac:chgData name="Prajayraj Rathore" userId="6a2c366a-0cee-487b-a826-8b3da446b7c0" providerId="ADAL" clId="{32D1DCAA-78A7-45CB-BB6D-69647E9BE3FC}" dt="2025-07-10T13:56:34.586" v="1153"/>
          <ac:cxnSpMkLst>
            <pc:docMk/>
            <pc:sldMk cId="2600347382" sldId="2477"/>
            <ac:cxnSpMk id="22" creationId="{FE86C0E4-EC48-BB5D-B745-7B7C8D6467FE}"/>
          </ac:cxnSpMkLst>
        </pc:cxnChg>
      </pc:sldChg>
      <pc:sldChg chg="addSp delSp add del setBg delDesignElem">
        <pc:chgData name="Prajayraj Rathore" userId="6a2c366a-0cee-487b-a826-8b3da446b7c0" providerId="ADAL" clId="{32D1DCAA-78A7-45CB-BB6D-69647E9BE3FC}" dt="2025-07-10T13:53:46.117" v="1070"/>
        <pc:sldMkLst>
          <pc:docMk/>
          <pc:sldMk cId="2732654892" sldId="2477"/>
        </pc:sldMkLst>
        <pc:spChg chg="add del">
          <ac:chgData name="Prajayraj Rathore" userId="6a2c366a-0cee-487b-a826-8b3da446b7c0" providerId="ADAL" clId="{32D1DCAA-78A7-45CB-BB6D-69647E9BE3FC}" dt="2025-07-10T13:53:46.117" v="1070"/>
          <ac:spMkLst>
            <pc:docMk/>
            <pc:sldMk cId="2732654892" sldId="2477"/>
            <ac:spMk id="11" creationId="{63412FEB-8875-5A60-BBA4-63542852D8ED}"/>
          </ac:spMkLst>
        </pc:spChg>
        <pc:cxnChg chg="add del">
          <ac:chgData name="Prajayraj Rathore" userId="6a2c366a-0cee-487b-a826-8b3da446b7c0" providerId="ADAL" clId="{32D1DCAA-78A7-45CB-BB6D-69647E9BE3FC}" dt="2025-07-10T13:53:46.117" v="1070"/>
          <ac:cxnSpMkLst>
            <pc:docMk/>
            <pc:sldMk cId="2732654892" sldId="2477"/>
            <ac:cxnSpMk id="13" creationId="{6C33C112-060F-F39A-DBD3-C9063A67D01A}"/>
          </ac:cxnSpMkLst>
        </pc:cxnChg>
      </pc:sldChg>
      <pc:sldChg chg="new del">
        <pc:chgData name="Prajayraj Rathore" userId="6a2c366a-0cee-487b-a826-8b3da446b7c0" providerId="ADAL" clId="{32D1DCAA-78A7-45CB-BB6D-69647E9BE3FC}" dt="2025-07-10T14:03:38.564" v="1282" actId="680"/>
        <pc:sldMkLst>
          <pc:docMk/>
          <pc:sldMk cId="1748392676" sldId="247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497A9A2-04D9-49F4-A323-43775074701C}" type="datetime1">
              <a:rPr lang="en-GB" smtClean="0"/>
              <a:t>14/08/2025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65AE8BC-2AB3-9E4C-9797-2A6F8A74C7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D9AD85-B496-451C-A9B5-64589B09AB2F}" type="datetime1">
              <a:rPr lang="en-GB" smtClean="0"/>
              <a:pPr/>
              <a:t>14/08/2025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28B34ED-4CDD-41C9-90F7-D768D5559A6F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49106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2949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pPr rtl="0"/>
            <a:r>
              <a:rPr lang="en-GB" spc="300" noProof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 rtlCol="0"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pPr rtl="0"/>
            <a:r>
              <a:rPr lang="en-GB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rtlCol="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pPr rtl="0"/>
            <a:r>
              <a:rPr lang="en-GB" noProof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 rtlCol="0"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 rtl="0"/>
            <a:r>
              <a:rPr lang="en-GB" noProof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 rtlCol="0">
            <a:noAutofit/>
          </a:bodyPr>
          <a:lstStyle>
            <a:lvl1pPr>
              <a:defRPr/>
            </a:lvl1pPr>
          </a:lstStyle>
          <a:p>
            <a:pPr marL="0" indent="0" rtl="0">
              <a:lnSpc>
                <a:spcPct val="100000"/>
              </a:lnSpc>
              <a:buNone/>
            </a:pPr>
            <a:r>
              <a:rPr lang="en-GB" sz="1600" noProof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 rtl="0">
              <a:buNone/>
            </a:pPr>
            <a:endParaRPr lang="en-GB" noProof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8C2E478F-E849-4A8C-AF1F-CBCC78A7CB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rtlCol="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rtlCol="0" anchor="b"/>
          <a:lstStyle>
            <a:lvl1pPr algn="l">
              <a:defRPr sz="6000" spc="300"/>
            </a:lvl1pPr>
          </a:lstStyle>
          <a:p>
            <a:pPr rtl="0"/>
            <a:r>
              <a:rPr lang="en-GB" noProof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 rtlCol="0">
            <a:noAutofit/>
          </a:bodyPr>
          <a:lstStyle>
            <a:lvl1pPr algn="l">
              <a:defRPr sz="3200" spc="300"/>
            </a:lvl1pPr>
          </a:lstStyle>
          <a:p>
            <a:pPr rtl="0"/>
            <a:r>
              <a:rPr lang="en-GB" noProof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 rtlCol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 rtlCol="0">
            <a:noAutofit/>
          </a:bodyPr>
          <a:lstStyle>
            <a:lvl1pPr>
              <a:defRPr sz="4800" spc="30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 rtlCol="0"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rtlCol="0" anchor="ctr">
            <a:noAutofit/>
          </a:bodyPr>
          <a:lstStyle/>
          <a:p>
            <a:pPr algn="ctr" rtl="0"/>
            <a:r>
              <a:rPr lang="en-GB" sz="4800" noProof="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 rtlCol="0">
            <a:noAutofit/>
          </a:bodyPr>
          <a:lstStyle>
            <a:lvl1pPr marL="0" indent="0">
              <a:buNone/>
              <a:defRPr sz="2400"/>
            </a:lvl1pPr>
          </a:lstStyle>
          <a:p>
            <a:pPr lvl="0" rtl="0"/>
            <a:r>
              <a:rPr lang="en-GB" spc="300" noProof="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 rtlCol="0">
            <a:noAutofit/>
          </a:bodyPr>
          <a:lstStyle/>
          <a:p>
            <a:pPr lvl="0" rt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1400" noProof="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 rtlCol="0">
            <a:noAutofit/>
          </a:bodyPr>
          <a:lstStyle>
            <a:lvl1pPr marL="0" indent="0">
              <a:buNone/>
              <a:defRPr sz="2400"/>
            </a:lvl1pPr>
          </a:lstStyle>
          <a:p>
            <a:pPr lvl="0" rtl="0"/>
            <a:r>
              <a:rPr lang="en-GB" spc="300" noProof="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 rtlCol="0">
            <a:noAutofit/>
          </a:bodyPr>
          <a:lstStyle/>
          <a:p>
            <a:pPr lvl="0" rt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1400" noProof="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 rtlCol="0">
            <a:noAutofit/>
          </a:bodyPr>
          <a:lstStyle/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rtlCol="0" anchor="ctr">
            <a:noAutofit/>
          </a:bodyPr>
          <a:lstStyle/>
          <a:p>
            <a:pPr algn="ctr" rtl="0"/>
            <a:r>
              <a:rPr lang="en-GB" sz="4800" noProof="0"/>
              <a:t>Click to edit Master title style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 rtlCol="0"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 rtlCol="0"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 rtlCol="0"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 rtlCol="0">
            <a:noAutofit/>
          </a:bodyPr>
          <a:lstStyle/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 rtlCol="0">
            <a:noAutofit/>
          </a:bodyPr>
          <a:lstStyle>
            <a:lvl1pPr>
              <a:defRPr/>
            </a:lvl1pPr>
          </a:lstStyle>
          <a:p>
            <a:pPr marL="0" indent="0" rtl="0">
              <a:lnSpc>
                <a:spcPct val="100000"/>
              </a:lnSpc>
              <a:buNone/>
            </a:pPr>
            <a:r>
              <a:rPr lang="en-GB" sz="1600" noProof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 rtl="0">
              <a:buNone/>
            </a:pPr>
            <a:endParaRPr lang="en-GB" noProof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8C2E478F-E849-4A8C-AF1F-CBCC78A7CB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rtlCol="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 rtlCol="0">
            <a:noAutofit/>
          </a:bodyPr>
          <a:lstStyle/>
          <a:p>
            <a:pPr rtl="0"/>
            <a:r>
              <a:rPr lang="en-GB" sz="4000" spc="300" noProof="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n-GB" noProof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n-GB" noProof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n-GB" noProof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microsoft.com/office/2007/relationships/hdphoto" Target="../media/hdphoto3.wdp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4" Type="http://schemas.microsoft.com/office/2007/relationships/hdphoto" Target="../media/hdphoto5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314DFE4-7985-860A-E393-A1043C21ED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Things before Production Ready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28A032-472C-58B6-2BE4-1FBC578C116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08EB936-6DD0-1D8A-2034-4D7B8D51B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8" y="2431317"/>
            <a:ext cx="5416549" cy="3753583"/>
          </a:xfrm>
        </p:spPr>
        <p:txBody>
          <a:bodyPr/>
          <a:lstStyle/>
          <a:p>
            <a:r>
              <a:rPr lang="en-GB" dirty="0"/>
              <a:t>Code</a:t>
            </a:r>
          </a:p>
          <a:p>
            <a:pPr lvl="1"/>
            <a:r>
              <a:rPr lang="en-GB" dirty="0"/>
              <a:t>E: Support SFTP and Data Lakes</a:t>
            </a:r>
          </a:p>
          <a:p>
            <a:pPr lvl="1"/>
            <a:r>
              <a:rPr lang="en-GB" dirty="0"/>
              <a:t>T: Build capability to configure custom written transformations</a:t>
            </a:r>
          </a:p>
          <a:p>
            <a:pPr lvl="1"/>
            <a:r>
              <a:rPr lang="en-GB" dirty="0"/>
              <a:t>L: Add support for Azure</a:t>
            </a:r>
          </a:p>
          <a:p>
            <a:r>
              <a:rPr lang="en-GB" dirty="0"/>
              <a:t>Deployments:</a:t>
            </a:r>
          </a:p>
          <a:p>
            <a:pPr lvl="1"/>
            <a:r>
              <a:rPr lang="en-GB" dirty="0"/>
              <a:t>Setup Kubernetes to deploy the Apache Airflow</a:t>
            </a:r>
          </a:p>
          <a:p>
            <a:pPr lvl="1"/>
            <a:r>
              <a:rPr lang="en-GB" dirty="0"/>
              <a:t>Integration: BPM, Snowflake (DB/Stage) and APIM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F5927BF-4C89-939D-9C22-54C7A2CD4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Enhancements</a:t>
            </a:r>
          </a:p>
        </p:txBody>
      </p:sp>
      <p:pic>
        <p:nvPicPr>
          <p:cNvPr id="7" name="Picture Placeholder 7" descr="close up of computer code">
            <a:extLst>
              <a:ext uri="{FF2B5EF4-FFF2-40B4-BE49-F238E27FC236}">
                <a16:creationId xmlns:a16="http://schemas.microsoft.com/office/drawing/2014/main" id="{A23D4004-12A4-59C7-088E-08E3FF129A0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1095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D0454-5B1C-ADC5-61D8-31809B1C6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529778-C7C0-93F2-9BB1-6C91D529F52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Things before Production Ready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05E4A0-2063-65B5-636E-CF82A369081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F8C881-1D58-6526-123A-08055317F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8" y="2431317"/>
            <a:ext cx="5416549" cy="3753583"/>
          </a:xfrm>
        </p:spPr>
        <p:txBody>
          <a:bodyPr/>
          <a:lstStyle/>
          <a:p>
            <a:r>
              <a:rPr lang="en-GB" dirty="0"/>
              <a:t>Cultural Shift</a:t>
            </a:r>
          </a:p>
          <a:p>
            <a:r>
              <a:rPr lang="en-GB" dirty="0"/>
              <a:t>Deployments</a:t>
            </a:r>
          </a:p>
          <a:p>
            <a:pPr lvl="1"/>
            <a:r>
              <a:rPr lang="en-GB" dirty="0"/>
              <a:t>Group Cyber Security approvals for Docker, Helm </a:t>
            </a:r>
          </a:p>
          <a:p>
            <a:pPr lvl="1"/>
            <a:r>
              <a:rPr lang="en-GB" dirty="0"/>
              <a:t>Group Architecture to accept New efficient ways of Working</a:t>
            </a:r>
          </a:p>
          <a:p>
            <a:r>
              <a:rPr lang="en-GB" dirty="0"/>
              <a:t>Software Approvals</a:t>
            </a:r>
          </a:p>
          <a:p>
            <a:pPr lvl="1"/>
            <a:r>
              <a:rPr lang="en-GB" dirty="0"/>
              <a:t>Apache Airflow, Kafka, Helm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11DDE62-BBFE-41AF-1E35-09E4C15D1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Challenges</a:t>
            </a:r>
          </a:p>
        </p:txBody>
      </p:sp>
      <p:pic>
        <p:nvPicPr>
          <p:cNvPr id="7" name="Picture Placeholder 7" descr="close up of computer code">
            <a:extLst>
              <a:ext uri="{FF2B5EF4-FFF2-40B4-BE49-F238E27FC236}">
                <a16:creationId xmlns:a16="http://schemas.microsoft.com/office/drawing/2014/main" id="{32F2DC9E-01D4-3291-EDB1-955FE247AD3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16853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534194-745D-4888-BF16-6C09F65EA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/>
          <a:p>
            <a:pPr algn="ctr" rtl="0"/>
            <a:r>
              <a:rPr lang="en-GB" sz="4800" spc="300" dirty="0"/>
              <a:t>OUR VISION</a:t>
            </a:r>
          </a:p>
        </p:txBody>
      </p:sp>
      <p:pic>
        <p:nvPicPr>
          <p:cNvPr id="14" name="Picture Placeholder 13" descr="person staring at blueprints on a wall">
            <a:extLst>
              <a:ext uri="{FF2B5EF4-FFF2-40B4-BE49-F238E27FC236}">
                <a16:creationId xmlns:a16="http://schemas.microsoft.com/office/drawing/2014/main" id="{0FFF32E4-AD91-40FC-9DF7-A3354578229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4341" b="4341"/>
          <a:stretch>
            <a:fillRect/>
          </a:stretch>
        </p:blipFill>
        <p:spPr/>
      </p:pic>
      <p:pic>
        <p:nvPicPr>
          <p:cNvPr id="16" name="Picture Placeholder 15" descr="sticky notes on a clear dry erase board">
            <a:extLst>
              <a:ext uri="{FF2B5EF4-FFF2-40B4-BE49-F238E27FC236}">
                <a16:creationId xmlns:a16="http://schemas.microsoft.com/office/drawing/2014/main" id="{50D4325D-C08E-44CB-8E25-A519866BD2D3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5" cstate="email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4341" b="4341"/>
          <a:stretch>
            <a:fillRect/>
          </a:stretch>
        </p:blipFill>
        <p:spPr/>
      </p:pic>
      <p:pic>
        <p:nvPicPr>
          <p:cNvPr id="19" name="Picture Placeholder 18" descr="group of people at a conference table">
            <a:extLst>
              <a:ext uri="{FF2B5EF4-FFF2-40B4-BE49-F238E27FC236}">
                <a16:creationId xmlns:a16="http://schemas.microsoft.com/office/drawing/2014/main" id="{FB89929D-9F1B-48CA-B694-B0344FFC9F6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7" cstate="email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4341" b="4341"/>
          <a:stretch>
            <a:fillRect/>
          </a:stretch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A248D7-680E-4181-9558-ED00D7CEAD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>
            <a:normAutofit/>
          </a:bodyPr>
          <a:lstStyle/>
          <a:p>
            <a:pPr marL="0" indent="0" rtl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GB" spc="300" dirty="0"/>
              <a:t>STREAM PROCESSING</a:t>
            </a:r>
          </a:p>
          <a:p>
            <a:pPr marL="228600" indent="-228600" rtl="0">
              <a:lnSpc>
                <a:spcPct val="100000"/>
              </a:lnSpc>
              <a:buFont typeface="Wingdings" panose="05000000000000000000" pitchFamily="2" charset="2"/>
              <a:buChar char="§"/>
              <a:defRPr/>
            </a:pPr>
            <a:r>
              <a:rPr lang="en-GB" sz="1400" spc="0" dirty="0"/>
              <a:t>Process data as it comes</a:t>
            </a:r>
          </a:p>
          <a:p>
            <a:pPr marL="228600" indent="-228600" rtl="0">
              <a:lnSpc>
                <a:spcPct val="100000"/>
              </a:lnSpc>
              <a:buFont typeface="Wingdings" panose="05000000000000000000" pitchFamily="2" charset="2"/>
              <a:buChar char="§"/>
              <a:defRPr/>
            </a:pPr>
            <a:r>
              <a:rPr lang="en-GB" sz="1400" spc="0" dirty="0"/>
              <a:t>Report based on Timing Windows</a:t>
            </a:r>
          </a:p>
          <a:p>
            <a:pPr marL="228600" indent="-228600" rtl="0">
              <a:lnSpc>
                <a:spcPct val="100000"/>
              </a:lnSpc>
              <a:buFont typeface="Wingdings" panose="05000000000000000000" pitchFamily="2" charset="2"/>
              <a:buChar char="§"/>
              <a:defRPr/>
            </a:pPr>
            <a:r>
              <a:rPr lang="en-GB" sz="1400" spc="0" dirty="0"/>
              <a:t>High Throughput and Low Latency</a:t>
            </a:r>
          </a:p>
          <a:p>
            <a:pPr marL="0" indent="0" rtl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n-GB" spc="300" dirty="0"/>
          </a:p>
          <a:p>
            <a:pPr rtl="0"/>
            <a:endParaRPr lang="en-GB" dirty="0"/>
          </a:p>
        </p:txBody>
      </p:sp>
      <p:sp>
        <p:nvSpPr>
          <p:cNvPr id="12" name="Content Placeholder 24">
            <a:extLst>
              <a:ext uri="{FF2B5EF4-FFF2-40B4-BE49-F238E27FC236}">
                <a16:creationId xmlns:a16="http://schemas.microsoft.com/office/drawing/2014/main" id="{3DD3B9ED-231E-423D-B8D7-6DE1C249CA4E}"/>
              </a:ext>
            </a:extLst>
          </p:cNvPr>
          <p:cNvSpPr txBox="1">
            <a:spLocks/>
          </p:cNvSpPr>
          <p:nvPr/>
        </p:nvSpPr>
        <p:spPr>
          <a:xfrm>
            <a:off x="4541520" y="3670301"/>
            <a:ext cx="3108960" cy="2755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GB" sz="2400" spc="300" dirty="0"/>
              <a:t>REAL TIME ANALYTICS</a:t>
            </a:r>
          </a:p>
          <a:p>
            <a:pPr rtl="0">
              <a:lnSpc>
                <a:spcPct val="100000"/>
              </a:lnSpc>
              <a:buFont typeface="Wingdings" panose="05000000000000000000" pitchFamily="2" charset="2"/>
              <a:buChar char="§"/>
              <a:defRPr/>
            </a:pPr>
            <a:r>
              <a:rPr lang="en-GB" sz="1400" dirty="0"/>
              <a:t>Configurable Dashboard for visualising each data source in real time using Grafana</a:t>
            </a:r>
          </a:p>
          <a:p>
            <a:pPr rtl="0">
              <a:lnSpc>
                <a:spcPct val="100000"/>
              </a:lnSpc>
              <a:buFont typeface="Wingdings" panose="05000000000000000000" pitchFamily="2" charset="2"/>
              <a:buChar char="§"/>
              <a:defRPr/>
            </a:pPr>
            <a:r>
              <a:rPr lang="en-GB" sz="1400" dirty="0"/>
              <a:t>No more Slow Queries and Big Indexes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  <a:defRPr/>
            </a:pPr>
            <a:r>
              <a:rPr lang="en-GB" sz="1400" dirty="0"/>
              <a:t>Discover Anomalies before it is too late.</a:t>
            </a:r>
          </a:p>
        </p:txBody>
      </p:sp>
      <p:sp>
        <p:nvSpPr>
          <p:cNvPr id="13" name="Content Placeholder 25">
            <a:extLst>
              <a:ext uri="{FF2B5EF4-FFF2-40B4-BE49-F238E27FC236}">
                <a16:creationId xmlns:a16="http://schemas.microsoft.com/office/drawing/2014/main" id="{184497C2-C5BB-4C07-AF14-B5D10275FC68}"/>
              </a:ext>
            </a:extLst>
          </p:cNvPr>
          <p:cNvSpPr txBox="1">
            <a:spLocks/>
          </p:cNvSpPr>
          <p:nvPr/>
        </p:nvSpPr>
        <p:spPr>
          <a:xfrm>
            <a:off x="8122920" y="3670302"/>
            <a:ext cx="3108960" cy="2755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n-GB" sz="2400" spc="300" dirty="0"/>
              <a:t>MACHINE LEARNING</a:t>
            </a:r>
          </a:p>
          <a:p>
            <a:pPr rtl="0">
              <a:lnSpc>
                <a:spcPct val="100000"/>
              </a:lnSpc>
              <a:buFont typeface="Wingdings" panose="05000000000000000000" pitchFamily="2" charset="2"/>
              <a:buChar char="§"/>
              <a:defRPr/>
            </a:pPr>
            <a:r>
              <a:rPr lang="en-GB" sz="1400" dirty="0"/>
              <a:t>Use Pre-built models on incoming data to forecast.</a:t>
            </a:r>
          </a:p>
          <a:p>
            <a:pPr rtl="0">
              <a:lnSpc>
                <a:spcPct val="100000"/>
              </a:lnSpc>
              <a:buFont typeface="Wingdings" panose="05000000000000000000" pitchFamily="2" charset="2"/>
              <a:buChar char="§"/>
              <a:defRPr/>
            </a:pPr>
            <a:r>
              <a:rPr lang="en-GB" sz="1400" dirty="0"/>
              <a:t>Detect Data Patterns and Anomalies.</a:t>
            </a:r>
          </a:p>
          <a:p>
            <a:pPr rtl="0">
              <a:lnSpc>
                <a:spcPct val="100000"/>
              </a:lnSpc>
              <a:buFont typeface="Wingdings" panose="05000000000000000000" pitchFamily="2" charset="2"/>
              <a:buChar char="§"/>
              <a:defRPr/>
            </a:pPr>
            <a:r>
              <a:rPr lang="en-GB" sz="1400" dirty="0"/>
              <a:t>Make informed investment decisions based on historical time-series data.</a:t>
            </a:r>
          </a:p>
        </p:txBody>
      </p:sp>
    </p:spTree>
    <p:extLst>
      <p:ext uri="{BB962C8B-B14F-4D97-AF65-F5344CB8AC3E}">
        <p14:creationId xmlns:p14="http://schemas.microsoft.com/office/powerpoint/2010/main" val="714960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12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C3376-5069-4C7B-BE6B-A3776D1B4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dirty="0"/>
              <a:t>SUMMARY</a:t>
            </a:r>
          </a:p>
        </p:txBody>
      </p:sp>
      <p:pic>
        <p:nvPicPr>
          <p:cNvPr id="6" name="Picture Placeholder 5" descr="person staring at blueprints on a brick wall">
            <a:extLst>
              <a:ext uri="{FF2B5EF4-FFF2-40B4-BE49-F238E27FC236}">
                <a16:creationId xmlns:a16="http://schemas.microsoft.com/office/drawing/2014/main" id="{C07C315A-7CD1-432C-92FA-6B62159B56C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3552" t="1" r="23880" b="327"/>
          <a:stretch/>
        </p:blipFill>
        <p:spPr>
          <a:xfrm>
            <a:off x="0" y="0"/>
            <a:ext cx="5416550" cy="6858000"/>
          </a:xfrm>
        </p:spPr>
      </p:pic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9248A72-A597-48DF-A270-3389F5D20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660945"/>
            <a:ext cx="5669280" cy="4208346"/>
          </a:xfrm>
        </p:spPr>
        <p:txBody>
          <a:bodyPr rtlCol="0">
            <a:normAutofit fontScale="70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000" b="0" i="0" u="none" strike="noStrike" kern="1200" cap="none" spc="300" normalizeH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Configuration Based </a:t>
            </a:r>
            <a:r>
              <a:rPr lang="en-GB" sz="2000" spc="300" dirty="0">
                <a:cs typeface="Biome Light" panose="020B0303030204020804" pitchFamily="34" charset="0"/>
              </a:rPr>
              <a:t>P</a:t>
            </a:r>
            <a:r>
              <a:rPr lang="en-GB" sz="2000" b="0" i="0" u="none" strike="noStrike" kern="1200" cap="none" spc="300" normalizeH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ipelines are </a:t>
            </a:r>
            <a:r>
              <a:rPr lang="en-GB" sz="2000" b="1" i="0" u="none" strike="sngStrike" kern="1200" cap="none" spc="300" normalizeH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NOT</a:t>
            </a:r>
            <a:r>
              <a:rPr lang="en-GB" sz="2000" b="0" i="0" u="none" strike="noStrike" kern="1200" cap="none" spc="300" normalizeH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 POSSIBLE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Biome Light" panose="020B0303030204020804" pitchFamily="34" charset="0"/>
              </a:rPr>
              <a:t>Could be designed to extract data from any source: APIs, SFTP or Data Lakes </a:t>
            </a:r>
            <a:endParaRPr lang="en-GB" sz="1600" b="0" i="0" u="none" strike="noStrike" kern="1200" cap="none" spc="0" normalizeH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600" b="0" i="0" u="none" strike="noStrike" kern="120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000" b="0" i="0" u="none" strike="noStrike" kern="1200" cap="none" spc="300" normalizeH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FinOps: Big enough to hire </a:t>
            </a:r>
            <a:r>
              <a:rPr lang="en-GB" sz="2000" spc="300" dirty="0">
                <a:cs typeface="Biome Light" panose="020B0303030204020804" pitchFamily="34" charset="0"/>
              </a:rPr>
              <a:t>&gt; </a:t>
            </a:r>
            <a:r>
              <a:rPr lang="en-GB" sz="2000" b="0" i="0" u="none" strike="noStrike" kern="1200" cap="none" spc="300" normalizeH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2 FT Devs</a:t>
            </a:r>
          </a:p>
          <a:p>
            <a:pPr marL="0" lvl="0" indent="0">
              <a:lnSpc>
                <a:spcPct val="100000"/>
              </a:lnSpc>
              <a:buNone/>
              <a:defRPr/>
            </a:pPr>
            <a:r>
              <a:rPr lang="en-GB" dirty="0">
                <a:cs typeface="Biome Light" panose="020B0303030204020804" pitchFamily="34" charset="0"/>
              </a:rPr>
              <a:t>Additionally save up to 3 weeks of dev and architecture time..</a:t>
            </a:r>
            <a:endParaRPr lang="en-GB" sz="1600" b="0" i="0" u="none" strike="noStrike" kern="1200" cap="none" spc="0" normalizeH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600" b="0" i="0" u="none" strike="noStrike" kern="120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000" b="0" i="0" u="none" strike="noStrike" kern="1200" cap="none" spc="300" normalizeH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Load to Any Destination</a:t>
            </a:r>
          </a:p>
          <a:p>
            <a:pPr marL="0" lvl="0" indent="0">
              <a:lnSpc>
                <a:spcPct val="100000"/>
              </a:lnSpc>
              <a:buNone/>
              <a:defRPr/>
            </a:pPr>
            <a:r>
              <a:rPr lang="en-GB" dirty="0">
                <a:cs typeface="Biome Light" panose="020B0303030204020804" pitchFamily="34" charset="0"/>
              </a:rPr>
              <a:t>Snowflake, Azure, One Drive, SharePoint, Emails etc.</a:t>
            </a:r>
            <a:endParaRPr lang="en-GB" sz="1600" b="0" i="0" u="none" strike="noStrike" kern="1200" cap="none" spc="0" normalizeH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600" b="0" i="0" u="none" strike="noStrike" kern="120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Biome Light" panose="020B0303030204020804" pitchFamily="34" charset="0"/>
            </a:endParaRPr>
          </a:p>
          <a:p>
            <a:pPr marL="0" lvl="0" indent="0">
              <a:lnSpc>
                <a:spcPct val="100000"/>
              </a:lnSpc>
              <a:buNone/>
              <a:defRPr/>
            </a:pPr>
            <a:r>
              <a:rPr lang="en-GB" sz="2000" spc="300" dirty="0">
                <a:cs typeface="Biome Light" panose="020B0303030204020804" pitchFamily="34" charset="0"/>
              </a:rPr>
              <a:t>Transform Data Seamlessly</a:t>
            </a:r>
          </a:p>
          <a:p>
            <a:pPr marL="0" lvl="0" indent="0">
              <a:lnSpc>
                <a:spcPct val="100000"/>
              </a:lnSpc>
              <a:buNone/>
              <a:defRPr/>
            </a:pPr>
            <a:r>
              <a:rPr lang="en-GB" dirty="0">
                <a:cs typeface="Biome Light" panose="020B0303030204020804" pitchFamily="34" charset="0"/>
              </a:rPr>
              <a:t>Use configuration for simple transformations and enrichments or use custom python transformation for more complex work.</a:t>
            </a:r>
          </a:p>
          <a:p>
            <a:pPr marL="0" lvl="0" indent="0">
              <a:lnSpc>
                <a:spcPct val="100000"/>
              </a:lnSpc>
              <a:buNone/>
              <a:defRPr/>
            </a:pPr>
            <a:endParaRPr lang="en-GB" dirty="0">
              <a:cs typeface="Biome Light" panose="020B0303030204020804" pitchFamily="34" charset="0"/>
            </a:endParaRP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en-GB" sz="2000" spc="300" dirty="0">
                <a:cs typeface="Biome Light" panose="020B0303030204020804" pitchFamily="34" charset="0"/>
              </a:rPr>
              <a:t>Deploy and Sleep... peacefully</a:t>
            </a: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en-GB" dirty="0">
                <a:cs typeface="Biome Light" panose="020B0303030204020804" pitchFamily="34" charset="0"/>
              </a:rPr>
              <a:t>Kubernetes pods scales, self heals, restarts and keep them healthy.</a:t>
            </a: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en-GB" dirty="0">
                <a:cs typeface="Biome Light" panose="020B0303030204020804" pitchFamily="34" charset="0"/>
              </a:rPr>
              <a:t>Airflow sync changes from GIT branches.</a:t>
            </a:r>
          </a:p>
          <a:p>
            <a:pPr marL="0" lvl="0" indent="0">
              <a:lnSpc>
                <a:spcPct val="100000"/>
              </a:lnSpc>
              <a:buNone/>
              <a:defRPr/>
            </a:pPr>
            <a:endParaRPr lang="en-GB" dirty="0">
              <a:cs typeface="Biome Light" panose="020B0303030204020804" pitchFamily="34" charset="0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FA57D11-A25F-4772-8E50-DDB68BE8CB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6891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420184_TF55661986_Win32.potx" id="{1CDDDD57-F79A-457F-AE74-3E6C5B14A091}" vid="{35255769-D38C-493F-A69A-9781C0DDBBA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{3D5E368E-1601-44B2-9121-9B3215511EC6}tf55661986_win32</Template>
  <TotalTime>0</TotalTime>
  <Words>266</Words>
  <Application>Microsoft Office PowerPoint</Application>
  <PresentationFormat>Widescreen</PresentationFormat>
  <Paragraphs>48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Biome Light</vt:lpstr>
      <vt:lpstr>Calibri</vt:lpstr>
      <vt:lpstr>Calibri Light</vt:lpstr>
      <vt:lpstr>Wingdings</vt:lpstr>
      <vt:lpstr>Office Theme</vt:lpstr>
      <vt:lpstr>Enhancements</vt:lpstr>
      <vt:lpstr>Challenges</vt:lpstr>
      <vt:lpstr>OUR VISION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Prajayraj Rathore</dc:creator>
  <cp:lastModifiedBy>Prajayraj Rathore</cp:lastModifiedBy>
  <cp:revision>11</cp:revision>
  <dcterms:created xsi:type="dcterms:W3CDTF">2025-07-09T20:50:59Z</dcterms:created>
  <dcterms:modified xsi:type="dcterms:W3CDTF">2025-08-14T10:45:25Z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f2cf71fe-324a-4168-92d9-4bbd2fb479e7_Enabled">
    <vt:lpwstr>true</vt:lpwstr>
  </property>
  <property fmtid="{D5CDD505-2E9C-101B-9397-08002B2CF9AE}" pid="4" name="MSIP_Label_f2cf71fe-324a-4168-92d9-4bbd2fb479e7_SetDate">
    <vt:lpwstr>2025-07-10T09:36:42Z</vt:lpwstr>
  </property>
  <property fmtid="{D5CDD505-2E9C-101B-9397-08002B2CF9AE}" pid="5" name="MSIP_Label_f2cf71fe-324a-4168-92d9-4bbd2fb479e7_Method">
    <vt:lpwstr>Standard</vt:lpwstr>
  </property>
  <property fmtid="{D5CDD505-2E9C-101B-9397-08002B2CF9AE}" pid="6" name="MSIP_Label_f2cf71fe-324a-4168-92d9-4bbd2fb479e7_Name">
    <vt:lpwstr>Confidential - No Restrictions</vt:lpwstr>
  </property>
  <property fmtid="{D5CDD505-2E9C-101B-9397-08002B2CF9AE}" pid="7" name="MSIP_Label_f2cf71fe-324a-4168-92d9-4bbd2fb479e7_SiteId">
    <vt:lpwstr>f9daae82-4727-4163-93b9-2214828e3dba</vt:lpwstr>
  </property>
  <property fmtid="{D5CDD505-2E9C-101B-9397-08002B2CF9AE}" pid="8" name="MSIP_Label_f2cf71fe-324a-4168-92d9-4bbd2fb479e7_ActionId">
    <vt:lpwstr>da10d5c4-09aa-41d6-b252-d81fc5d8d5f3</vt:lpwstr>
  </property>
  <property fmtid="{D5CDD505-2E9C-101B-9397-08002B2CF9AE}" pid="9" name="MSIP_Label_f2cf71fe-324a-4168-92d9-4bbd2fb479e7_ContentBits">
    <vt:lpwstr>0</vt:lpwstr>
  </property>
  <property fmtid="{D5CDD505-2E9C-101B-9397-08002B2CF9AE}" pid="10" name="MSIP_Label_f2cf71fe-324a-4168-92d9-4bbd2fb479e7_Tag">
    <vt:lpwstr>10, 3, 0, 1</vt:lpwstr>
  </property>
</Properties>
</file>