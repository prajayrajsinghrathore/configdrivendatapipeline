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448" r:id="rId5"/>
    <p:sldId id="2463" r:id="rId6"/>
    <p:sldId id="2462" r:id="rId7"/>
    <p:sldId id="2478" r:id="rId8"/>
    <p:sldId id="259" r:id="rId9"/>
    <p:sldId id="2465" r:id="rId10"/>
    <p:sldId id="2466" r:id="rId11"/>
    <p:sldId id="2432" r:id="rId12"/>
    <p:sldId id="2476" r:id="rId13"/>
    <p:sldId id="2433" r:id="rId14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1DCAA-78A7-45CB-BB6D-69647E9BE3FC}" v="159" dt="2025-07-10T22:44:42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3961" autoAdjust="0"/>
  </p:normalViewPr>
  <p:slideViewPr>
    <p:cSldViewPr snapToGrid="0">
      <p:cViewPr varScale="1">
        <p:scale>
          <a:sx n="97" d="100"/>
          <a:sy n="97" d="100"/>
        </p:scale>
        <p:origin x="1128" y="284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ayraj Rathore" userId="6a2c366a-0cee-487b-a826-8b3da446b7c0" providerId="ADAL" clId="{32D1DCAA-78A7-45CB-BB6D-69647E9BE3FC}"/>
    <pc:docChg chg="undo custSel addSld delSld modSld">
      <pc:chgData name="Prajayraj Rathore" userId="6a2c366a-0cee-487b-a826-8b3da446b7c0" providerId="ADAL" clId="{32D1DCAA-78A7-45CB-BB6D-69647E9BE3FC}" dt="2025-07-10T22:48:10.139" v="1414" actId="478"/>
      <pc:docMkLst>
        <pc:docMk/>
      </pc:docMkLst>
      <pc:sldChg chg="addSp delSp modSp mod">
        <pc:chgData name="Prajayraj Rathore" userId="6a2c366a-0cee-487b-a826-8b3da446b7c0" providerId="ADAL" clId="{32D1DCAA-78A7-45CB-BB6D-69647E9BE3FC}" dt="2025-07-10T14:04:04.447" v="1285" actId="478"/>
        <pc:sldMkLst>
          <pc:docMk/>
          <pc:sldMk cId="869470413" sldId="2432"/>
        </pc:sldMkLst>
        <pc:spChg chg="mod">
          <ac:chgData name="Prajayraj Rathore" userId="6a2c366a-0cee-487b-a826-8b3da446b7c0" providerId="ADAL" clId="{32D1DCAA-78A7-45CB-BB6D-69647E9BE3FC}" dt="2025-07-10T13:44:58.236" v="967" actId="20577"/>
          <ac:spMkLst>
            <pc:docMk/>
            <pc:sldMk cId="869470413" sldId="2432"/>
            <ac:spMk id="2" creationId="{603DA247-2F35-4FB8-903D-FB32D7B852D9}"/>
          </ac:spMkLst>
        </pc:spChg>
        <pc:spChg chg="add mod">
          <ac:chgData name="Prajayraj Rathore" userId="6a2c366a-0cee-487b-a826-8b3da446b7c0" providerId="ADAL" clId="{32D1DCAA-78A7-45CB-BB6D-69647E9BE3FC}" dt="2025-07-10T13:55:23.896" v="1139" actId="20577"/>
          <ac:spMkLst>
            <pc:docMk/>
            <pc:sldMk cId="869470413" sldId="2432"/>
            <ac:spMk id="8" creationId="{CF7DA760-C6C1-BD5C-13B3-34CE27098040}"/>
          </ac:spMkLst>
        </pc:spChg>
        <pc:graphicFrameChg chg="add mod">
          <ac:chgData name="Prajayraj Rathore" userId="6a2c366a-0cee-487b-a826-8b3da446b7c0" providerId="ADAL" clId="{32D1DCAA-78A7-45CB-BB6D-69647E9BE3FC}" dt="2025-07-10T13:44:51.430" v="945" actId="20577"/>
          <ac:graphicFrameMkLst>
            <pc:docMk/>
            <pc:sldMk cId="869470413" sldId="2432"/>
            <ac:graphicFrameMk id="3" creationId="{AF0F52F4-5225-70E7-4056-EBBAA1F24FA9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42.587" v="929" actId="20577"/>
          <ac:graphicFrameMkLst>
            <pc:docMk/>
            <pc:sldMk cId="869470413" sldId="2432"/>
            <ac:graphicFrameMk id="4" creationId="{35E92784-CF3F-BF34-13A5-E5F87174541A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2:29.648" v="811"/>
          <ac:graphicFrameMkLst>
            <pc:docMk/>
            <pc:sldMk cId="869470413" sldId="2432"/>
            <ac:graphicFrameMk id="5" creationId="{3F2477A4-5E34-3ED9-D50A-F544805E97F7}"/>
          </ac:graphicFrameMkLst>
        </pc:graphicFrameChg>
        <pc:graphicFrameChg chg="del">
          <ac:chgData name="Prajayraj Rathore" userId="6a2c366a-0cee-487b-a826-8b3da446b7c0" providerId="ADAL" clId="{32D1DCAA-78A7-45CB-BB6D-69647E9BE3FC}" dt="2025-07-10T13:41:41.972" v="802" actId="478"/>
          <ac:graphicFrameMkLst>
            <pc:docMk/>
            <pc:sldMk cId="869470413" sldId="2432"/>
            <ac:graphicFrameMk id="6" creationId="{6573B952-4CEE-4757-91AB-02A6F22E1CF3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27.406" v="913" actId="20577"/>
          <ac:graphicFrameMkLst>
            <pc:docMk/>
            <pc:sldMk cId="869470413" sldId="2432"/>
            <ac:graphicFrameMk id="7" creationId="{3F2477A4-5E34-3ED9-D50A-F544805E97F7}"/>
          </ac:graphicFrameMkLst>
        </pc:graphicFrameChg>
        <pc:picChg chg="add del mod ord">
          <ac:chgData name="Prajayraj Rathore" userId="6a2c366a-0cee-487b-a826-8b3da446b7c0" providerId="ADAL" clId="{32D1DCAA-78A7-45CB-BB6D-69647E9BE3FC}" dt="2025-07-10T14:04:04.447" v="1285" actId="478"/>
          <ac:picMkLst>
            <pc:docMk/>
            <pc:sldMk cId="869470413" sldId="2432"/>
            <ac:picMk id="9" creationId="{D151C97A-B320-259D-594D-BAC395BC79E3}"/>
          </ac:picMkLst>
        </pc:picChg>
      </pc:sldChg>
      <pc:sldChg chg="modSp mod">
        <pc:chgData name="Prajayraj Rathore" userId="6a2c366a-0cee-487b-a826-8b3da446b7c0" providerId="ADAL" clId="{32D1DCAA-78A7-45CB-BB6D-69647E9BE3FC}" dt="2025-07-10T10:46:12.176" v="729" actId="313"/>
        <pc:sldMkLst>
          <pc:docMk/>
          <pc:sldMk cId="3927832306" sldId="2448"/>
        </pc:sldMkLst>
        <pc:spChg chg="mod">
          <ac:chgData name="Prajayraj Rathore" userId="6a2c366a-0cee-487b-a826-8b3da446b7c0" providerId="ADAL" clId="{32D1DCAA-78A7-45CB-BB6D-69647E9BE3FC}" dt="2025-07-10T10:46:12.176" v="729" actId="313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Prajayraj Rathore" userId="6a2c366a-0cee-487b-a826-8b3da446b7c0" providerId="ADAL" clId="{32D1DCAA-78A7-45CB-BB6D-69647E9BE3FC}" dt="2025-07-10T10:29:18.793" v="500" actId="20577"/>
        <pc:sldMkLst>
          <pc:docMk/>
          <pc:sldMk cId="3516891798" sldId="2456"/>
        </pc:sldMkLst>
        <pc:spChg chg="mod">
          <ac:chgData name="Prajayraj Rathore" userId="6a2c366a-0cee-487b-a826-8b3da446b7c0" providerId="ADAL" clId="{32D1DCAA-78A7-45CB-BB6D-69647E9BE3FC}" dt="2025-07-10T10:29:18.793" v="500" actId="20577"/>
          <ac:spMkLst>
            <pc:docMk/>
            <pc:sldMk cId="3516891798" sldId="2456"/>
            <ac:spMk id="14" creationId="{79248A72-A597-48DF-A270-3389F5D209C0}"/>
          </ac:spMkLst>
        </pc:spChg>
      </pc:sldChg>
      <pc:sldChg chg="addSp delSp modSp mod">
        <pc:chgData name="Prajayraj Rathore" userId="6a2c366a-0cee-487b-a826-8b3da446b7c0" providerId="ADAL" clId="{32D1DCAA-78A7-45CB-BB6D-69647E9BE3FC}" dt="2025-07-10T22:48:10.139" v="1414" actId="478"/>
        <pc:sldMkLst>
          <pc:docMk/>
          <pc:sldMk cId="145354632" sldId="2463"/>
        </pc:sldMkLst>
        <pc:picChg chg="add mod modCrop">
          <ac:chgData name="Prajayraj Rathore" userId="6a2c366a-0cee-487b-a826-8b3da446b7c0" providerId="ADAL" clId="{32D1DCAA-78A7-45CB-BB6D-69647E9BE3FC}" dt="2025-07-10T22:47:12.633" v="1393" actId="1076"/>
          <ac:picMkLst>
            <pc:docMk/>
            <pc:sldMk cId="145354632" sldId="2463"/>
            <ac:picMk id="3" creationId="{6C8F4787-CC5D-73FF-3F56-E8A602762AE5}"/>
          </ac:picMkLst>
        </pc:picChg>
        <pc:picChg chg="add mod modCrop">
          <ac:chgData name="Prajayraj Rathore" userId="6a2c366a-0cee-487b-a826-8b3da446b7c0" providerId="ADAL" clId="{32D1DCAA-78A7-45CB-BB6D-69647E9BE3FC}" dt="2025-07-10T22:48:04.842" v="1413" actId="1076"/>
          <ac:picMkLst>
            <pc:docMk/>
            <pc:sldMk cId="145354632" sldId="2463"/>
            <ac:picMk id="15" creationId="{6680BD7E-FB73-CA52-AC78-3CB5CF0C2F04}"/>
          </ac:picMkLst>
        </pc:picChg>
        <pc:picChg chg="del">
          <ac:chgData name="Prajayraj Rathore" userId="6a2c366a-0cee-487b-a826-8b3da446b7c0" providerId="ADAL" clId="{32D1DCAA-78A7-45CB-BB6D-69647E9BE3FC}" dt="2025-07-10T22:46:46.036" v="1390" actId="478"/>
          <ac:picMkLst>
            <pc:docMk/>
            <pc:sldMk cId="145354632" sldId="2463"/>
            <ac:picMk id="17" creationId="{4E4A64C4-44CD-2E37-ADBF-1ED97B8D80A3}"/>
          </ac:picMkLst>
        </pc:picChg>
        <pc:picChg chg="del">
          <ac:chgData name="Prajayraj Rathore" userId="6a2c366a-0cee-487b-a826-8b3da446b7c0" providerId="ADAL" clId="{32D1DCAA-78A7-45CB-BB6D-69647E9BE3FC}" dt="2025-07-10T22:48:10.139" v="1414" actId="478"/>
          <ac:picMkLst>
            <pc:docMk/>
            <pc:sldMk cId="145354632" sldId="2463"/>
            <ac:picMk id="19" creationId="{3942FEBA-A1F5-4A7E-BFC9-96A5ECAA6B35}"/>
          </ac:picMkLst>
        </pc:picChg>
        <pc:picChg chg="add mod">
          <ac:chgData name="Prajayraj Rathore" userId="6a2c366a-0cee-487b-a826-8b3da446b7c0" providerId="ADAL" clId="{32D1DCAA-78A7-45CB-BB6D-69647E9BE3FC}" dt="2025-07-10T22:47:35.636" v="1399" actId="1076"/>
          <ac:picMkLst>
            <pc:docMk/>
            <pc:sldMk cId="145354632" sldId="2463"/>
            <ac:picMk id="21" creationId="{1B577F46-A19F-4E27-DB4B-650768F3F951}"/>
          </ac:picMkLst>
        </pc:picChg>
        <pc:picChg chg="del">
          <ac:chgData name="Prajayraj Rathore" userId="6a2c366a-0cee-487b-a826-8b3da446b7c0" providerId="ADAL" clId="{32D1DCAA-78A7-45CB-BB6D-69647E9BE3FC}" dt="2025-07-10T22:45:35.386" v="1314" actId="478"/>
          <ac:picMkLst>
            <pc:docMk/>
            <pc:sldMk cId="145354632" sldId="2463"/>
            <ac:picMk id="23" creationId="{D310204F-47C8-2CFA-EC1C-DA35D03FDE37}"/>
          </ac:picMkLst>
        </pc:picChg>
        <pc:picChg chg="del">
          <ac:chgData name="Prajayraj Rathore" userId="6a2c366a-0cee-487b-a826-8b3da446b7c0" providerId="ADAL" clId="{32D1DCAA-78A7-45CB-BB6D-69647E9BE3FC}" dt="2025-07-10T22:47:24.696" v="1395" actId="478"/>
          <ac:picMkLst>
            <pc:docMk/>
            <pc:sldMk cId="145354632" sldId="2463"/>
            <ac:picMk id="27" creationId="{A501EB13-6610-0570-F0A4-50774F3CDEAE}"/>
          </ac:picMkLst>
        </pc:picChg>
        <pc:picChg chg="del">
          <ac:chgData name="Prajayraj Rathore" userId="6a2c366a-0cee-487b-a826-8b3da446b7c0" providerId="ADAL" clId="{32D1DCAA-78A7-45CB-BB6D-69647E9BE3FC}" dt="2025-07-10T22:48:01.224" v="1412" actId="478"/>
          <ac:picMkLst>
            <pc:docMk/>
            <pc:sldMk cId="145354632" sldId="2463"/>
            <ac:picMk id="28" creationId="{ECA73327-AA37-639B-A041-F5F40D7DA875}"/>
          </ac:picMkLst>
        </pc:picChg>
        <pc:picChg chg="add mod">
          <ac:chgData name="Prajayraj Rathore" userId="6a2c366a-0cee-487b-a826-8b3da446b7c0" providerId="ADAL" clId="{32D1DCAA-78A7-45CB-BB6D-69647E9BE3FC}" dt="2025-07-10T22:45:50.526" v="1320" actId="1038"/>
          <ac:picMkLst>
            <pc:docMk/>
            <pc:sldMk cId="145354632" sldId="2463"/>
            <ac:picMk id="30" creationId="{4E9B4141-2AD9-6485-D177-680E9F57E648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0:55:10.049" v="801" actId="1076"/>
        <pc:sldMkLst>
          <pc:docMk/>
          <pc:sldMk cId="1846064578" sldId="2466"/>
        </pc:sldMkLst>
        <pc:spChg chg="add del mod">
          <ac:chgData name="Prajayraj Rathore" userId="6a2c366a-0cee-487b-a826-8b3da446b7c0" providerId="ADAL" clId="{32D1DCAA-78A7-45CB-BB6D-69647E9BE3FC}" dt="2025-07-10T10:29:53.222" v="504" actId="478"/>
          <ac:spMkLst>
            <pc:docMk/>
            <pc:sldMk cId="1846064578" sldId="2466"/>
            <ac:spMk id="3" creationId="{1B73EBBF-FC14-E2BB-DA18-852A343507EB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5" creationId="{290BAFCB-2CD1-C6D6-4043-3432F4332A71}"/>
          </ac:spMkLst>
        </pc:spChg>
        <pc:spChg chg="mod">
          <ac:chgData name="Prajayraj Rathore" userId="6a2c366a-0cee-487b-a826-8b3da446b7c0" providerId="ADAL" clId="{32D1DCAA-78A7-45CB-BB6D-69647E9BE3FC}" dt="2025-07-10T10:55:10.049" v="801" actId="1076"/>
          <ac:spMkLst>
            <pc:docMk/>
            <pc:sldMk cId="1846064578" sldId="2466"/>
            <ac:spMk id="6" creationId="{B9140EA1-67B5-FD6E-7557-C757D4C9100C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9" creationId="{9C123B35-F6AB-7299-494E-1CAC4311784B}"/>
          </ac:spMkLst>
        </pc:spChg>
        <pc:grpChg chg="add mod">
          <ac:chgData name="Prajayraj Rathore" userId="6a2c366a-0cee-487b-a826-8b3da446b7c0" providerId="ADAL" clId="{32D1DCAA-78A7-45CB-BB6D-69647E9BE3FC}" dt="2025-07-10T10:54:21.491" v="796" actId="1076"/>
          <ac:grpSpMkLst>
            <pc:docMk/>
            <pc:sldMk cId="1846064578" sldId="2466"/>
            <ac:grpSpMk id="10" creationId="{3970BABA-0942-0F41-7E9A-8F8F790BFF4B}"/>
          </ac:grpSpMkLst>
        </pc:grpChg>
        <pc:picChg chg="mod">
          <ac:chgData name="Prajayraj Rathore" userId="6a2c366a-0cee-487b-a826-8b3da446b7c0" providerId="ADAL" clId="{32D1DCAA-78A7-45CB-BB6D-69647E9BE3FC}" dt="2025-07-10T10:54:03.741" v="750" actId="1076"/>
          <ac:picMkLst>
            <pc:docMk/>
            <pc:sldMk cId="1846064578" sldId="2466"/>
            <ac:picMk id="2" creationId="{5D1A8C55-739A-4847-69AF-CAECA97425FD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3:57:18.055" v="1176"/>
        <pc:sldMkLst>
          <pc:docMk/>
          <pc:sldMk cId="2364649219" sldId="2467"/>
        </pc:sldMkLst>
        <pc:spChg chg="add del mod">
          <ac:chgData name="Prajayraj Rathore" userId="6a2c366a-0cee-487b-a826-8b3da446b7c0" providerId="ADAL" clId="{32D1DCAA-78A7-45CB-BB6D-69647E9BE3FC}" dt="2025-07-10T13:57:18.055" v="1176"/>
          <ac:spMkLst>
            <pc:docMk/>
            <pc:sldMk cId="2364649219" sldId="2467"/>
            <ac:spMk id="2" creationId="{478C8C73-DBB9-6C28-8AE8-6B50D363240F}"/>
          </ac:spMkLst>
        </pc:spChg>
      </pc:sldChg>
      <pc:sldChg chg="modSp mod">
        <pc:chgData name="Prajayraj Rathore" userId="6a2c366a-0cee-487b-a826-8b3da446b7c0" providerId="ADAL" clId="{32D1DCAA-78A7-45CB-BB6D-69647E9BE3FC}" dt="2025-07-10T10:23:18.897" v="431" actId="20577"/>
        <pc:sldMkLst>
          <pc:docMk/>
          <pc:sldMk cId="161095013" sldId="2469"/>
        </pc:sldMkLst>
        <pc:spChg chg="mod">
          <ac:chgData name="Prajayraj Rathore" userId="6a2c366a-0cee-487b-a826-8b3da446b7c0" providerId="ADAL" clId="{32D1DCAA-78A7-45CB-BB6D-69647E9BE3FC}" dt="2025-07-10T10:23:18.897" v="431" actId="20577"/>
          <ac:spMkLst>
            <pc:docMk/>
            <pc:sldMk cId="161095013" sldId="2469"/>
            <ac:spMk id="5" creationId="{D08EB936-6DD0-1D8A-2034-4D7B8D51B286}"/>
          </ac:spMkLst>
        </pc:spChg>
      </pc:sldChg>
      <pc:sldChg chg="modSp mod">
        <pc:chgData name="Prajayraj Rathore" userId="6a2c366a-0cee-487b-a826-8b3da446b7c0" providerId="ADAL" clId="{32D1DCAA-78A7-45CB-BB6D-69647E9BE3FC}" dt="2025-07-10T14:01:42.353" v="1280" actId="20577"/>
        <pc:sldMkLst>
          <pc:docMk/>
          <pc:sldMk cId="292753764" sldId="2470"/>
        </pc:sldMkLst>
        <pc:spChg chg="mod">
          <ac:chgData name="Prajayraj Rathore" userId="6a2c366a-0cee-487b-a826-8b3da446b7c0" providerId="ADAL" clId="{32D1DCAA-78A7-45CB-BB6D-69647E9BE3FC}" dt="2025-07-10T14:01:42.353" v="1280" actId="20577"/>
          <ac:spMkLst>
            <pc:docMk/>
            <pc:sldMk cId="292753764" sldId="2470"/>
            <ac:spMk id="4" creationId="{447414CE-7D67-F9C9-5A8A-1ABEE3E4B8FB}"/>
          </ac:spMkLst>
        </pc:spChg>
      </pc:sldChg>
      <pc:sldChg chg="modSp mod">
        <pc:chgData name="Prajayraj Rathore" userId="6a2c366a-0cee-487b-a826-8b3da446b7c0" providerId="ADAL" clId="{32D1DCAA-78A7-45CB-BB6D-69647E9BE3FC}" dt="2025-07-10T10:47:28.692" v="740" actId="20577"/>
        <pc:sldMkLst>
          <pc:docMk/>
          <pc:sldMk cId="872153707" sldId="2471"/>
        </pc:sldMkLst>
        <pc:spChg chg="mod">
          <ac:chgData name="Prajayraj Rathore" userId="6a2c366a-0cee-487b-a826-8b3da446b7c0" providerId="ADAL" clId="{32D1DCAA-78A7-45CB-BB6D-69647E9BE3FC}" dt="2025-07-10T10:47:28.692" v="740" actId="20577"/>
          <ac:spMkLst>
            <pc:docMk/>
            <pc:sldMk cId="872153707" sldId="2471"/>
            <ac:spMk id="4" creationId="{3E25971B-46E4-8150-AE6B-FDBB03BA074F}"/>
          </ac:spMkLst>
        </pc:spChg>
      </pc:sldChg>
      <pc:sldChg chg="addSp modSp mod">
        <pc:chgData name="Prajayraj Rathore" userId="6a2c366a-0cee-487b-a826-8b3da446b7c0" providerId="ADAL" clId="{32D1DCAA-78A7-45CB-BB6D-69647E9BE3FC}" dt="2025-07-10T14:01:02.116" v="1269" actId="1036"/>
        <pc:sldMkLst>
          <pc:docMk/>
          <pc:sldMk cId="3289269683" sldId="2473"/>
        </pc:sldMkLst>
        <pc:spChg chg="mod">
          <ac:chgData name="Prajayraj Rathore" userId="6a2c366a-0cee-487b-a826-8b3da446b7c0" providerId="ADAL" clId="{32D1DCAA-78A7-45CB-BB6D-69647E9BE3FC}" dt="2025-07-10T13:59:41.222" v="1250" actId="20577"/>
          <ac:spMkLst>
            <pc:docMk/>
            <pc:sldMk cId="3289269683" sldId="2473"/>
            <ac:spMk id="4" creationId="{D267055E-F00C-93F1-2681-FEA58246A83B}"/>
          </ac:spMkLst>
        </pc:spChg>
        <pc:picChg chg="add mod">
          <ac:chgData name="Prajayraj Rathore" userId="6a2c366a-0cee-487b-a826-8b3da446b7c0" providerId="ADAL" clId="{32D1DCAA-78A7-45CB-BB6D-69647E9BE3FC}" dt="2025-07-10T14:00:22.088" v="1259" actId="1076"/>
          <ac:picMkLst>
            <pc:docMk/>
            <pc:sldMk cId="3289269683" sldId="2473"/>
            <ac:picMk id="2" creationId="{2FD3DCD3-7D9E-4291-CA40-A6006EC872C1}"/>
          </ac:picMkLst>
        </pc:picChg>
        <pc:picChg chg="mod">
          <ac:chgData name="Prajayraj Rathore" userId="6a2c366a-0cee-487b-a826-8b3da446b7c0" providerId="ADAL" clId="{32D1DCAA-78A7-45CB-BB6D-69647E9BE3FC}" dt="2025-07-10T14:01:02.116" v="1269" actId="1036"/>
          <ac:picMkLst>
            <pc:docMk/>
            <pc:sldMk cId="3289269683" sldId="2473"/>
            <ac:picMk id="8" creationId="{251A232C-0446-990F-6CF1-1E3F6D47E71D}"/>
          </ac:picMkLst>
        </pc:picChg>
        <pc:picChg chg="mod">
          <ac:chgData name="Prajayraj Rathore" userId="6a2c366a-0cee-487b-a826-8b3da446b7c0" providerId="ADAL" clId="{32D1DCAA-78A7-45CB-BB6D-69647E9BE3FC}" dt="2025-07-10T14:00:44.263" v="1261" actId="1076"/>
          <ac:picMkLst>
            <pc:docMk/>
            <pc:sldMk cId="3289269683" sldId="2473"/>
            <ac:picMk id="9" creationId="{227DF637-CA78-99AE-A7A9-B2826A81A46E}"/>
          </ac:picMkLst>
        </pc:picChg>
        <pc:cxnChg chg="add mod">
          <ac:chgData name="Prajayraj Rathore" userId="6a2c366a-0cee-487b-a826-8b3da446b7c0" providerId="ADAL" clId="{32D1DCAA-78A7-45CB-BB6D-69647E9BE3FC}" dt="2025-07-10T14:01:02.116" v="1269" actId="1036"/>
          <ac:cxnSpMkLst>
            <pc:docMk/>
            <pc:sldMk cId="3289269683" sldId="2473"/>
            <ac:cxnSpMk id="6" creationId="{572426A5-832E-F556-4156-F5E8B3F69C1E}"/>
          </ac:cxnSpMkLst>
        </pc:cxnChg>
        <pc:cxnChg chg="add">
          <ac:chgData name="Prajayraj Rathore" userId="6a2c366a-0cee-487b-a826-8b3da446b7c0" providerId="ADAL" clId="{32D1DCAA-78A7-45CB-BB6D-69647E9BE3FC}" dt="2025-07-10T14:00:54.649" v="1263" actId="11529"/>
          <ac:cxnSpMkLst>
            <pc:docMk/>
            <pc:sldMk cId="3289269683" sldId="2473"/>
            <ac:cxnSpMk id="14" creationId="{D3FB90C2-89D4-3EC7-50E4-5C3CA40B1B42}"/>
          </ac:cxnSpMkLst>
        </pc:cxnChg>
      </pc:sldChg>
      <pc:sldChg chg="del">
        <pc:chgData name="Prajayraj Rathore" userId="6a2c366a-0cee-487b-a826-8b3da446b7c0" providerId="ADAL" clId="{32D1DCAA-78A7-45CB-BB6D-69647E9BE3FC}" dt="2025-07-10T10:48:13.152" v="741" actId="47"/>
        <pc:sldMkLst>
          <pc:docMk/>
          <pc:sldMk cId="3046948091" sldId="2474"/>
        </pc:sldMkLst>
      </pc:sldChg>
      <pc:sldChg chg="modSp add mod">
        <pc:chgData name="Prajayraj Rathore" userId="6a2c366a-0cee-487b-a826-8b3da446b7c0" providerId="ADAL" clId="{32D1DCAA-78A7-45CB-BB6D-69647E9BE3FC}" dt="2025-07-10T10:23:36.118" v="442" actId="20577"/>
        <pc:sldMkLst>
          <pc:docMk/>
          <pc:sldMk cId="1216853026" sldId="2475"/>
        </pc:sldMkLst>
        <pc:spChg chg="mod">
          <ac:chgData name="Prajayraj Rathore" userId="6a2c366a-0cee-487b-a826-8b3da446b7c0" providerId="ADAL" clId="{32D1DCAA-78A7-45CB-BB6D-69647E9BE3FC}" dt="2025-07-10T10:23:36.118" v="442" actId="20577"/>
          <ac:spMkLst>
            <pc:docMk/>
            <pc:sldMk cId="1216853026" sldId="2475"/>
            <ac:spMk id="5" creationId="{E6F8C881-1D58-6526-123A-08055317F264}"/>
          </ac:spMkLst>
        </pc:spChg>
        <pc:spChg chg="mod">
          <ac:chgData name="Prajayraj Rathore" userId="6a2c366a-0cee-487b-a826-8b3da446b7c0" providerId="ADAL" clId="{32D1DCAA-78A7-45CB-BB6D-69647E9BE3FC}" dt="2025-07-10T10:13:35.152" v="28" actId="20577"/>
          <ac:spMkLst>
            <pc:docMk/>
            <pc:sldMk cId="1216853026" sldId="2475"/>
            <ac:spMk id="6" creationId="{F11DDE62-BBFE-41AF-1E35-09E4C15D1BC5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4:38.928" v="1076" actId="20577"/>
        <pc:sldMkLst>
          <pc:docMk/>
          <pc:sldMk cId="2367961096" sldId="2476"/>
        </pc:sldMkLst>
        <pc:spChg chg="del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" creationId="{21D3C01F-0826-B009-22FC-F2C53DF54AB1}"/>
          </ac:spMkLst>
        </pc:spChg>
        <pc:spChg chg="mod">
          <ac:chgData name="Prajayraj Rathore" userId="6a2c366a-0cee-487b-a826-8b3da446b7c0" providerId="ADAL" clId="{32D1DCAA-78A7-45CB-BB6D-69647E9BE3FC}" dt="2025-07-10T13:50:16.725" v="1064" actId="108"/>
          <ac:spMkLst>
            <pc:docMk/>
            <pc:sldMk cId="2367961096" sldId="2476"/>
            <ac:spMk id="3" creationId="{4683378D-E03D-CCEB-D513-3C91B12D0388}"/>
          </ac:spMkLst>
        </pc:spChg>
        <pc:spChg chg="mod">
          <ac:chgData name="Prajayraj Rathore" userId="6a2c366a-0cee-487b-a826-8b3da446b7c0" providerId="ADAL" clId="{32D1DCAA-78A7-45CB-BB6D-69647E9BE3FC}" dt="2025-07-10T13:54:38.928" v="1076" actId="20577"/>
          <ac:spMkLst>
            <pc:docMk/>
            <pc:sldMk cId="2367961096" sldId="2476"/>
            <ac:spMk id="4" creationId="{95CCC443-B48F-1E58-70C8-FEFF3481FD3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4" creationId="{C39ADB8F-D187-49D7-BDCF-C1B6DC727068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9:13.875" v="1238" actId="20577"/>
        <pc:sldMkLst>
          <pc:docMk/>
          <pc:sldMk cId="656635768" sldId="2477"/>
        </pc:sldMkLst>
        <pc:spChg chg="del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" creationId="{AFBC69DE-3276-446A-1FE2-6735865F414B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3" creationId="{2606121C-CCE7-4098-BC47-DFAE4F12FBB2}"/>
          </ac:spMkLst>
        </pc:spChg>
        <pc:spChg chg="mod">
          <ac:chgData name="Prajayraj Rathore" userId="6a2c366a-0cee-487b-a826-8b3da446b7c0" providerId="ADAL" clId="{32D1DCAA-78A7-45CB-BB6D-69647E9BE3FC}" dt="2025-07-10T13:58:40.507" v="1225" actId="20577"/>
          <ac:spMkLst>
            <pc:docMk/>
            <pc:sldMk cId="656635768" sldId="2477"/>
            <ac:spMk id="4" creationId="{4A519424-E0B0-00E9-1A3D-B9395C82AA79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5" creationId="{9ACF7749-0706-6C19-034D-BEAE62461E86}"/>
          </ac:spMkLst>
        </pc:spChg>
        <pc:spChg chg="add mod">
          <ac:chgData name="Prajayraj Rathore" userId="6a2c366a-0cee-487b-a826-8b3da446b7c0" providerId="ADAL" clId="{32D1DCAA-78A7-45CB-BB6D-69647E9BE3FC}" dt="2025-07-10T13:59:13.875" v="1238" actId="20577"/>
          <ac:spMkLst>
            <pc:docMk/>
            <pc:sldMk cId="656635768" sldId="2477"/>
            <ac:spMk id="7" creationId="{B7E256C6-04A9-E3BC-928A-746C421E991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4" creationId="{C39ADB8F-D187-49D7-BDCF-C1B6DC727068}"/>
          </ac:spMkLst>
        </pc:spChg>
      </pc:sldChg>
      <pc:sldChg chg="addSp delSp add del setBg delDesignElem">
        <pc:chgData name="Prajayraj Rathore" userId="6a2c366a-0cee-487b-a826-8b3da446b7c0" providerId="ADAL" clId="{32D1DCAA-78A7-45CB-BB6D-69647E9BE3FC}" dt="2025-07-10T13:56:08.973" v="1142"/>
        <pc:sldMkLst>
          <pc:docMk/>
          <pc:sldMk cId="1580719327" sldId="2477"/>
        </pc:sldMkLst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4" creationId="{F279CF92-F2B1-7CB1-5854-A18DF3B23E4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6" creationId="{55676D53-5761-60C5-B7B1-AAE89598772A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8" creationId="{311F4EAF-5938-BA30-06CD-3C78B430B75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0" creationId="{70AD7BE9-0D0F-AD4A-BF23-01139341B5F5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4" creationId="{0F48815C-2B04-8F15-6B99-2F82F2EBF2CE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6" creationId="{3ED03D1B-1333-A9CD-23EF-7749DB602921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8" creationId="{E4D3DE79-ADBD-6BA2-6033-8682DEF5E089}"/>
          </ac:spMkLst>
        </pc:spChg>
        <pc:cxnChg chg="add del">
          <ac:chgData name="Prajayraj Rathore" userId="6a2c366a-0cee-487b-a826-8b3da446b7c0" providerId="ADAL" clId="{32D1DCAA-78A7-45CB-BB6D-69647E9BE3FC}" dt="2025-07-10T13:56:08.973" v="1142"/>
          <ac:cxnSpMkLst>
            <pc:docMk/>
            <pc:sldMk cId="1580719327" sldId="2477"/>
            <ac:cxnSpMk id="22" creationId="{0D5C3431-6B6B-ADD1-6426-DCAB4B6F4D73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23.182" v="1067"/>
        <pc:sldMkLst>
          <pc:docMk/>
          <pc:sldMk cId="1861769115" sldId="2477"/>
        </pc:sldMkLst>
        <pc:spChg chg="add del">
          <ac:chgData name="Prajayraj Rathore" userId="6a2c366a-0cee-487b-a826-8b3da446b7c0" providerId="ADAL" clId="{32D1DCAA-78A7-45CB-BB6D-69647E9BE3FC}" dt="2025-07-10T13:53:23.182" v="1067"/>
          <ac:spMkLst>
            <pc:docMk/>
            <pc:sldMk cId="1861769115" sldId="2477"/>
            <ac:spMk id="11" creationId="{147A300A-7031-DB6D-C519-C5023841C8F5}"/>
          </ac:spMkLst>
        </pc:spChg>
        <pc:cxnChg chg="add del">
          <ac:chgData name="Prajayraj Rathore" userId="6a2c366a-0cee-487b-a826-8b3da446b7c0" providerId="ADAL" clId="{32D1DCAA-78A7-45CB-BB6D-69647E9BE3FC}" dt="2025-07-10T13:53:23.182" v="1067"/>
          <ac:cxnSpMkLst>
            <pc:docMk/>
            <pc:sldMk cId="1861769115" sldId="2477"/>
            <ac:cxnSpMk id="13" creationId="{35F4D24F-0BA5-D296-FF4A-E617A237D9E5}"/>
          </ac:cxnSpMkLst>
        </pc:cxnChg>
      </pc:sldChg>
      <pc:sldChg chg="new del">
        <pc:chgData name="Prajayraj Rathore" userId="6a2c366a-0cee-487b-a826-8b3da446b7c0" providerId="ADAL" clId="{32D1DCAA-78A7-45CB-BB6D-69647E9BE3FC}" dt="2025-07-10T13:57:23.581" v="1178" actId="680"/>
        <pc:sldMkLst>
          <pc:docMk/>
          <pc:sldMk cId="2271563441" sldId="2477"/>
        </pc:sldMkLst>
      </pc:sldChg>
      <pc:sldChg chg="addSp delSp add del setBg delDesignElem">
        <pc:chgData name="Prajayraj Rathore" userId="6a2c366a-0cee-487b-a826-8b3da446b7c0" providerId="ADAL" clId="{32D1DCAA-78A7-45CB-BB6D-69647E9BE3FC}" dt="2025-07-10T13:56:34.586" v="1153"/>
        <pc:sldMkLst>
          <pc:docMk/>
          <pc:sldMk cId="2600347382" sldId="2477"/>
        </pc:sldMkLst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4" creationId="{DE52A3B3-BD01-2D8E-86D2-FDBB15044D0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6" creationId="{20817A88-6594-8D00-8FCC-72C92B7BF7A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8" creationId="{20C2CC0C-F4EE-1837-5499-8EEACEAAC139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0" creationId="{158BCDFC-04BB-EB49-F022-5863A369480E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4" creationId="{87857C5F-7E7F-C237-0259-A1087F0A671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6" creationId="{62BB8D30-3212-AC15-7C28-54E07308174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8" creationId="{15785442-F105-02D1-944C-6792AE4BBFFF}"/>
          </ac:spMkLst>
        </pc:spChg>
        <pc:cxnChg chg="add del">
          <ac:chgData name="Prajayraj Rathore" userId="6a2c366a-0cee-487b-a826-8b3da446b7c0" providerId="ADAL" clId="{32D1DCAA-78A7-45CB-BB6D-69647E9BE3FC}" dt="2025-07-10T13:56:34.586" v="1153"/>
          <ac:cxnSpMkLst>
            <pc:docMk/>
            <pc:sldMk cId="2600347382" sldId="2477"/>
            <ac:cxnSpMk id="22" creationId="{FE86C0E4-EC48-BB5D-B745-7B7C8D6467FE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46.117" v="1070"/>
        <pc:sldMkLst>
          <pc:docMk/>
          <pc:sldMk cId="2732654892" sldId="2477"/>
        </pc:sldMkLst>
        <pc:spChg chg="add del">
          <ac:chgData name="Prajayraj Rathore" userId="6a2c366a-0cee-487b-a826-8b3da446b7c0" providerId="ADAL" clId="{32D1DCAA-78A7-45CB-BB6D-69647E9BE3FC}" dt="2025-07-10T13:53:46.117" v="1070"/>
          <ac:spMkLst>
            <pc:docMk/>
            <pc:sldMk cId="2732654892" sldId="2477"/>
            <ac:spMk id="11" creationId="{63412FEB-8875-5A60-BBA4-63542852D8ED}"/>
          </ac:spMkLst>
        </pc:spChg>
        <pc:cxnChg chg="add del">
          <ac:chgData name="Prajayraj Rathore" userId="6a2c366a-0cee-487b-a826-8b3da446b7c0" providerId="ADAL" clId="{32D1DCAA-78A7-45CB-BB6D-69647E9BE3FC}" dt="2025-07-10T13:53:46.117" v="1070"/>
          <ac:cxnSpMkLst>
            <pc:docMk/>
            <pc:sldMk cId="2732654892" sldId="2477"/>
            <ac:cxnSpMk id="13" creationId="{6C33C112-060F-F39A-DBD3-C9063A67D01A}"/>
          </ac:cxnSpMkLst>
        </pc:cxnChg>
      </pc:sldChg>
      <pc:sldChg chg="new del">
        <pc:chgData name="Prajayraj Rathore" userId="6a2c366a-0cee-487b-a826-8b3da446b7c0" providerId="ADAL" clId="{32D1DCAA-78A7-45CB-BB6D-69647E9BE3FC}" dt="2025-07-10T14:03:38.564" v="1282" actId="680"/>
        <pc:sldMkLst>
          <pc:docMk/>
          <pc:sldMk cId="1748392676" sldId="247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royallondon-my.sharepoint.com/personal/prajayraj_rathore_rlam_co_uk/Documents/azure_service_yearly_costs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royallondon-my.sharepoint.com/personal/prajayraj_rathore_rlam_co_uk/Documents/azure_service_yearly_costs.csv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royallondon-my.sharepoint.com/personal/prajayraj_rathore_rlam_co_uk/Documents/azure_service_yearly_costs.csv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[azure_service_yearly_costs.csv.xlsx]Sheet1!PivotTable1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RDP DF</a:t>
            </a:r>
            <a:r>
              <a:rPr lang="en-US" baseline="0" dirty="0"/>
              <a:t> Costs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Sheet1!$A$6:$A$10</c:f>
              <c:strCache>
                <c:ptCount val="4"/>
                <c:pt idx="0">
                  <c:v>Dev_DP</c:v>
                </c:pt>
                <c:pt idx="1">
                  <c:v>PRE_DP</c:v>
                </c:pt>
                <c:pt idx="2">
                  <c:v>PROD_DP</c:v>
                </c:pt>
                <c:pt idx="3">
                  <c:v>TST_DP</c:v>
                </c:pt>
              </c:strCache>
            </c:strRef>
          </c:cat>
          <c:val>
            <c:numRef>
              <c:f>Sheet1!$B$6:$B$10</c:f>
              <c:numCache>
                <c:formatCode>General</c:formatCode>
                <c:ptCount val="4"/>
                <c:pt idx="0">
                  <c:v>18607.07</c:v>
                </c:pt>
                <c:pt idx="1">
                  <c:v>46773.03</c:v>
                </c:pt>
                <c:pt idx="2">
                  <c:v>52532.22</c:v>
                </c:pt>
                <c:pt idx="3">
                  <c:v>38999.24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47-48BB-B832-29F920D248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1074071199"/>
        <c:axId val="1074061119"/>
      </c:barChart>
      <c:catAx>
        <c:axId val="1074071199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Subscription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4061119"/>
        <c:crosses val="autoZero"/>
        <c:auto val="1"/>
        <c:lblAlgn val="ctr"/>
        <c:lblOffset val="100"/>
        <c:noMultiLvlLbl val="0"/>
      </c:catAx>
      <c:valAx>
        <c:axId val="10740611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YearlyCost_GBP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4071199"/>
        <c:crosses val="max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[azure_service_yearly_costs.csv.xlsx]Sheet2!PivotTable2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RDP APPS YEARLY Total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Sheet2!$B$5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Sheet2!$A$6:$A$10</c:f>
              <c:strCache>
                <c:ptCount val="4"/>
                <c:pt idx="0">
                  <c:v>Dev_DP</c:v>
                </c:pt>
                <c:pt idx="1">
                  <c:v>PRE_DP</c:v>
                </c:pt>
                <c:pt idx="2">
                  <c:v>PROD_DP</c:v>
                </c:pt>
                <c:pt idx="3">
                  <c:v>TST_DP</c:v>
                </c:pt>
              </c:strCache>
            </c:strRef>
          </c:cat>
          <c:val>
            <c:numRef>
              <c:f>Sheet2!$B$6:$B$10</c:f>
              <c:numCache>
                <c:formatCode>General</c:formatCode>
                <c:ptCount val="4"/>
                <c:pt idx="0">
                  <c:v>8522.0499999999993</c:v>
                </c:pt>
                <c:pt idx="1">
                  <c:v>11753.41</c:v>
                </c:pt>
                <c:pt idx="2">
                  <c:v>47817.99</c:v>
                </c:pt>
                <c:pt idx="3">
                  <c:v>7486.71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01-42BD-8B4E-5ABA3F1BD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522935567"/>
        <c:axId val="522936527"/>
      </c:barChart>
      <c:catAx>
        <c:axId val="522935567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Subscription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2936527"/>
        <c:crosses val="autoZero"/>
        <c:auto val="1"/>
        <c:lblAlgn val="ctr"/>
        <c:lblOffset val="100"/>
        <c:noMultiLvlLbl val="0"/>
      </c:catAx>
      <c:valAx>
        <c:axId val="5229365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YearlyCost_GBP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2935567"/>
        <c:crosses val="max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[azure_service_yearly_costs.csv.xlsx]Sheet3!PivotTable3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RAI</a:t>
            </a:r>
            <a:r>
              <a:rPr lang="en-US" baseline="0" dirty="0"/>
              <a:t> APPS YEARLY </a:t>
            </a:r>
            <a:r>
              <a:rPr lang="en-US" dirty="0"/>
              <a:t>Total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156082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Sheet3!$B$4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Sheet3!$A$5:$A$9</c:f>
              <c:strCache>
                <c:ptCount val="4"/>
                <c:pt idx="0">
                  <c:v>DEV_RAI</c:v>
                </c:pt>
                <c:pt idx="1">
                  <c:v>PRE_RAI</c:v>
                </c:pt>
                <c:pt idx="2">
                  <c:v>PROD_RAI</c:v>
                </c:pt>
                <c:pt idx="3">
                  <c:v>TST_RAI</c:v>
                </c:pt>
              </c:strCache>
            </c:strRef>
          </c:cat>
          <c:val>
            <c:numRef>
              <c:f>Sheet3!$B$5:$B$9</c:f>
              <c:numCache>
                <c:formatCode>General</c:formatCode>
                <c:ptCount val="4"/>
                <c:pt idx="0">
                  <c:v>1154.51</c:v>
                </c:pt>
                <c:pt idx="1">
                  <c:v>882.2</c:v>
                </c:pt>
                <c:pt idx="2">
                  <c:v>1411.75</c:v>
                </c:pt>
                <c:pt idx="3">
                  <c:v>882.2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16-4003-B709-904424A595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1396608383"/>
        <c:axId val="1396609343"/>
      </c:barChart>
      <c:catAx>
        <c:axId val="1396608383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Subscription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09343"/>
        <c:crosses val="autoZero"/>
        <c:auto val="1"/>
        <c:lblAlgn val="ctr"/>
        <c:lblOffset val="100"/>
        <c:noMultiLvlLbl val="0"/>
      </c:catAx>
      <c:valAx>
        <c:axId val="13966093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 err="1"/>
                  <a:t>YearlyCost_GBP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0838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6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6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6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14/08/2025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14/08/2025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57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8B34ED-4CDD-41C9-90F7-D768D5559A6F}" type="slidenum">
              <a:rPr lang="en-GB" noProof="0" smtClean="0"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68780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508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D884-7518-8F6F-0B38-E8AD68FA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4DB6F-D470-E4C1-CA62-896015FB6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93E05-6CEC-53D7-6951-47AF20BF1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3085C-F537-06E9-AA8E-FB4C4ACBC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696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ADC2-EFA9-F1A9-33E5-98FB423C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9BFAB-F16D-406F-8F92-B4BD8D7BA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6AB21-62CF-819F-93A6-3798A5714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09C39-59D2-82B2-9915-BC1D1273F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662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02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86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jfif"/><Relationship Id="rId4" Type="http://schemas.microsoft.com/office/2007/relationships/hdphoto" Target="../media/hdphoto2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42" y="2488302"/>
            <a:ext cx="11490325" cy="823913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en-GB" dirty="0"/>
              <a:t>Configuration Driven</a:t>
            </a:r>
            <a:br>
              <a:rPr lang="en-GB" dirty="0"/>
            </a:br>
            <a:r>
              <a:rPr lang="en-GB" dirty="0"/>
              <a:t>Data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GB" dirty="0"/>
              <a:t>11.07.2025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RLAM SUMMER HACKATHON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1C98A56B-D3A5-BFA1-CF4E-823A66910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4530" y="1109234"/>
            <a:ext cx="1980000" cy="198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8FC228-1CA5-5B85-BCE9-0B1ED2954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6878" y="1090348"/>
            <a:ext cx="1980000" cy="1980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A54755-C368-AE81-8CC4-9A521F2C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5179" y="2381800"/>
            <a:ext cx="1980000" cy="1980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EB195C-4467-DC41-3C86-F407942C8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4100" y="3771472"/>
            <a:ext cx="1980000" cy="198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9B924B-3BFF-48C4-F3B2-B6B45B96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8961" y="3768767"/>
            <a:ext cx="1980000" cy="1980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D8391D-F786-1922-9C4E-E441DAD9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7076" y="2386091"/>
            <a:ext cx="1980000" cy="1980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10D72F-BF78-FD2F-54BF-A1B01AA3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6663" y="1090349"/>
            <a:ext cx="4638675" cy="4638675"/>
          </a:xfrm>
          <a:prstGeom prst="ellipse">
            <a:avLst/>
          </a:prstGeom>
          <a:solidFill>
            <a:schemeClr val="bg1">
              <a:lumMod val="95000"/>
              <a:alpha val="6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A8762E0-8BD0-5F0F-4E58-C6AEC5B01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6294" y="1949980"/>
            <a:ext cx="2919412" cy="291941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GB" dirty="0">
                <a:solidFill>
                  <a:schemeClr val="tx1"/>
                </a:solidFill>
              </a:rPr>
              <a:t>THE HACKATHON</a:t>
            </a:r>
          </a:p>
          <a:p>
            <a:pPr algn="ctr" rtl="0"/>
            <a:r>
              <a:rPr lang="en-GB" dirty="0">
                <a:solidFill>
                  <a:schemeClr val="tx1"/>
                </a:solidFill>
              </a:rPr>
              <a:t>TEAM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405E9-9AA0-E4DF-8CFD-B595FCF972C9}"/>
              </a:ext>
            </a:extLst>
          </p:cNvPr>
          <p:cNvSpPr/>
          <p:nvPr/>
        </p:nvSpPr>
        <p:spPr>
          <a:xfrm>
            <a:off x="3004393" y="1690384"/>
            <a:ext cx="108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lvl="0" indent="0" algn="r" defTabSz="6223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300" b="1" dirty="0">
                <a:solidFill>
                  <a:schemeClr val="tx1"/>
                </a:solidFill>
              </a:rPr>
              <a:t>Sudhakar Sivananaindha</a:t>
            </a:r>
            <a:endParaRPr lang="en-GB" sz="1200" kern="12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25E73E-D729-32DC-1EA6-1DF0C81DFBCD}"/>
              </a:ext>
            </a:extLst>
          </p:cNvPr>
          <p:cNvSpPr/>
          <p:nvPr/>
        </p:nvSpPr>
        <p:spPr>
          <a:xfrm>
            <a:off x="8020106" y="1604972"/>
            <a:ext cx="1332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defTabSz="6223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300" b="1" dirty="0">
                <a:solidFill>
                  <a:schemeClr val="tx1"/>
                </a:solidFill>
              </a:rPr>
              <a:t>Preveen Selwyn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093DC7-FEEA-9C17-A4EE-73B24D96DB66}"/>
              </a:ext>
            </a:extLst>
          </p:cNvPr>
          <p:cNvSpPr/>
          <p:nvPr/>
        </p:nvSpPr>
        <p:spPr>
          <a:xfrm>
            <a:off x="8433624" y="3135098"/>
            <a:ext cx="108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lvl="0" indent="0" defTabSz="6223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300" b="1" dirty="0">
                <a:solidFill>
                  <a:schemeClr val="tx1"/>
                </a:solidFill>
              </a:rPr>
              <a:t>Thiru Srinivasan</a:t>
            </a:r>
            <a:endParaRPr lang="en-GB" sz="1200" kern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6DD947-A474-EB94-CFAC-AE669C3CB167}"/>
              </a:ext>
            </a:extLst>
          </p:cNvPr>
          <p:cNvSpPr/>
          <p:nvPr/>
        </p:nvSpPr>
        <p:spPr>
          <a:xfrm>
            <a:off x="2612315" y="3089360"/>
            <a:ext cx="1332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lvl="0" indent="0" algn="ctr" defTabSz="6223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300" b="1" dirty="0">
                <a:solidFill>
                  <a:schemeClr val="tx1"/>
                </a:solidFill>
              </a:rPr>
              <a:t>Praj Rathore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36F695-07B5-D22F-B1D3-5255878DA8FE}"/>
              </a:ext>
            </a:extLst>
          </p:cNvPr>
          <p:cNvSpPr/>
          <p:nvPr/>
        </p:nvSpPr>
        <p:spPr>
          <a:xfrm>
            <a:off x="2722414" y="4604132"/>
            <a:ext cx="1500612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lvl="0" indent="0" algn="r" defTabSz="6223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300" b="1" dirty="0">
                <a:solidFill>
                  <a:schemeClr val="tx1"/>
                </a:solidFill>
              </a:rPr>
              <a:t>Namith Chandrashekharpillai</a:t>
            </a:r>
            <a:br>
              <a:rPr lang="en-GB" sz="1200" kern="1200" dirty="0">
                <a:solidFill>
                  <a:schemeClr val="tx1"/>
                </a:solidFill>
              </a:rPr>
            </a:br>
            <a:endParaRPr lang="en-GB" sz="1200" kern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7171DB-FB6E-6D9A-CA7C-A7000F460B60}"/>
              </a:ext>
            </a:extLst>
          </p:cNvPr>
          <p:cNvSpPr/>
          <p:nvPr/>
        </p:nvSpPr>
        <p:spPr>
          <a:xfrm>
            <a:off x="7942969" y="4521000"/>
            <a:ext cx="108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lvl="0" defTabSz="6223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300" b="1" dirty="0">
                <a:solidFill>
                  <a:schemeClr val="tx1"/>
                </a:solidFill>
              </a:rPr>
              <a:t>Suraj Kumbhar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FF21965-C092-0ED9-CBB4-948600A02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2221" y="2275055"/>
            <a:ext cx="213490" cy="2134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BA34642-421E-1106-383E-A14C4F18E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6968" y="2294920"/>
            <a:ext cx="213490" cy="21349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F83AB8B-585A-2B5B-1BC0-D00E2BED1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0654" y="4350870"/>
            <a:ext cx="213490" cy="2134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836CF01-A44F-EFDA-D73E-67842B37C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48961" y="3314651"/>
            <a:ext cx="213490" cy="2134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193F355-44A0-1845-19EE-D5C987DC5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68596" y="4353517"/>
            <a:ext cx="213490" cy="2134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4" name="Picture 3" descr="A person wearing glasses and a white shirt&#10;&#10;AI-generated content may be incorrect.">
            <a:extLst>
              <a:ext uri="{FF2B5EF4-FFF2-40B4-BE49-F238E27FC236}">
                <a16:creationId xmlns:a16="http://schemas.microsoft.com/office/drawing/2014/main" id="{90ED1D0E-3337-71C2-D1AD-8C52951D4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39240" t="12745" r="31646" b="40196"/>
          <a:stretch/>
        </p:blipFill>
        <p:spPr>
          <a:xfrm>
            <a:off x="3809097" y="2980217"/>
            <a:ext cx="828000" cy="864000"/>
          </a:xfrm>
          <a:prstGeom prst="ellipse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C3E4C05-FB72-5079-5014-C06AFCC60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8439" y="3314651"/>
            <a:ext cx="213490" cy="213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>
              <a:solidFill>
                <a:schemeClr val="accent5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680BD7E-FB73-CA52-AC78-3CB5CF0C2F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" b="33178"/>
          <a:stretch/>
        </p:blipFill>
        <p:spPr>
          <a:xfrm>
            <a:off x="7208619" y="4393799"/>
            <a:ext cx="716064" cy="615191"/>
          </a:xfrm>
          <a:prstGeom prst="ellipse">
            <a:avLst/>
          </a:prstGeom>
        </p:spPr>
      </p:pic>
      <p:pic>
        <p:nvPicPr>
          <p:cNvPr id="21" name="Picture 20" descr="A person with a beard smiling&#10;&#10;AI-generated content may be incorrect.">
            <a:extLst>
              <a:ext uri="{FF2B5EF4-FFF2-40B4-BE49-F238E27FC236}">
                <a16:creationId xmlns:a16="http://schemas.microsoft.com/office/drawing/2014/main" id="{1B577F46-A19F-4E27-DB4B-650768F3F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409" y="4347886"/>
            <a:ext cx="802667" cy="713114"/>
          </a:xfrm>
          <a:prstGeom prst="ellipse">
            <a:avLst/>
          </a:prstGeom>
        </p:spPr>
      </p:pic>
      <p:pic>
        <p:nvPicPr>
          <p:cNvPr id="14" name="Picture 13" descr="A person wearing sunglasses&#10;&#10;AI-generated content may be incorrect.">
            <a:extLst>
              <a:ext uri="{FF2B5EF4-FFF2-40B4-BE49-F238E27FC236}">
                <a16:creationId xmlns:a16="http://schemas.microsoft.com/office/drawing/2014/main" id="{7A7CFB98-75D9-F61A-CA38-7A5B640BAC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8445" y="1547098"/>
            <a:ext cx="813534" cy="917951"/>
          </a:xfrm>
          <a:prstGeom prst="ellipse">
            <a:avLst/>
          </a:prstGeom>
        </p:spPr>
      </p:pic>
      <p:pic>
        <p:nvPicPr>
          <p:cNvPr id="3" name="Picture 2" descr="A person with a mustache and beard&#10;&#10;AI-generated content may be incorrect.">
            <a:extLst>
              <a:ext uri="{FF2B5EF4-FFF2-40B4-BE49-F238E27FC236}">
                <a16:creationId xmlns:a16="http://schemas.microsoft.com/office/drawing/2014/main" id="{6C8F4787-CC5D-73FF-3F56-E8A602762AE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9790" t="9375" r="10210" b="3125"/>
          <a:stretch/>
        </p:blipFill>
        <p:spPr>
          <a:xfrm>
            <a:off x="4272045" y="1746479"/>
            <a:ext cx="814358" cy="763264"/>
          </a:xfrm>
          <a:prstGeom prst="ellipse">
            <a:avLst/>
          </a:prstGeom>
        </p:spPr>
      </p:pic>
      <p:pic>
        <p:nvPicPr>
          <p:cNvPr id="30" name="Picture 29" descr="A person standing in front of a building&#10;&#10;AI-generated content may be incorrect.">
            <a:extLst>
              <a:ext uri="{FF2B5EF4-FFF2-40B4-BE49-F238E27FC236}">
                <a16:creationId xmlns:a16="http://schemas.microsoft.com/office/drawing/2014/main" id="{4E9B4141-2AD9-6485-D177-680E9F57E6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7646" y="3089234"/>
            <a:ext cx="764921" cy="6999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535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5"/>
            <a:ext cx="4480449" cy="3798888"/>
          </a:xfrm>
        </p:spPr>
        <p:txBody>
          <a:bodyPr rtlCol="0"/>
          <a:lstStyle/>
          <a:p>
            <a:pPr rtl="0"/>
            <a:r>
              <a:rPr lang="en-GB" dirty="0"/>
              <a:t>INTRODUCTION</a:t>
            </a:r>
          </a:p>
          <a:p>
            <a:pPr rtl="0"/>
            <a:r>
              <a:rPr lang="en-GB" dirty="0"/>
              <a:t>PROBLEM STATEMENT</a:t>
            </a:r>
          </a:p>
          <a:p>
            <a:pPr rtl="0"/>
            <a:r>
              <a:rPr lang="en-GB" dirty="0"/>
              <a:t>A BIT ABOUT FRAMEWORK</a:t>
            </a:r>
          </a:p>
          <a:p>
            <a:pPr rtl="0"/>
            <a:r>
              <a:rPr lang="en-GB" dirty="0"/>
              <a:t>PROJECT OVERVIEW</a:t>
            </a:r>
          </a:p>
          <a:p>
            <a:pPr rtl="0"/>
            <a:r>
              <a:rPr lang="en-GB" dirty="0"/>
              <a:t>DEMO</a:t>
            </a:r>
          </a:p>
          <a:p>
            <a:pPr rtl="0"/>
            <a:r>
              <a:rPr lang="en-GB" dirty="0"/>
              <a:t>WHAT’S NEXT</a:t>
            </a:r>
          </a:p>
          <a:p>
            <a:pPr rtl="0"/>
            <a:r>
              <a:rPr lang="en-GB" dirty="0"/>
              <a:t>CLOSING</a:t>
            </a:r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0B805B-51FE-0C36-857E-DCAEA961D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35" r="41565"/>
          <a:stretch>
            <a:fillRect/>
          </a:stretch>
        </p:blipFill>
        <p:spPr>
          <a:xfrm>
            <a:off x="20" y="10"/>
            <a:ext cx="6095980" cy="6857990"/>
          </a:xfrm>
          <a:prstGeom prst="parallelogram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49D1D6F-51FC-A5AD-86A2-B7C7F323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819" y="642927"/>
            <a:ext cx="4846320" cy="1435947"/>
          </a:xfrm>
        </p:spPr>
        <p:txBody>
          <a:bodyPr anchor="t">
            <a:normAutofit/>
          </a:bodyPr>
          <a:lstStyle/>
          <a:p>
            <a:r>
              <a:rPr lang="en-GB" dirty="0"/>
              <a:t>PROBLEM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7DD85-4507-0A98-EF78-0D41D871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noProof="0" smtClean="0"/>
              <a:pPr rtl="0">
                <a:spcAft>
                  <a:spcPts val="600"/>
                </a:spcAft>
              </a:pPr>
              <a:t>4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C839C-EF7A-DF6A-F9A8-D690D6491D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379888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GB" sz="1700"/>
              <a:t>Common Data Ingestion Patterns for Structured, Unstructured and Semi-Structured data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GB" sz="1700"/>
              <a:t>Expensive Data Factories</a:t>
            </a:r>
          </a:p>
          <a:p>
            <a:pPr marL="971550" lvl="1" indent="-285750">
              <a:lnSpc>
                <a:spcPct val="140000"/>
              </a:lnSpc>
            </a:pPr>
            <a:r>
              <a:rPr lang="en-GB" sz="1700"/>
              <a:t>Running + Dev Time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GB" sz="1700"/>
              <a:t>Cannot Simulate Locally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GB" sz="1700"/>
              <a:t>Scalability: Limited to existing Tasks or more infra</a:t>
            </a:r>
          </a:p>
        </p:txBody>
      </p:sp>
    </p:spTree>
    <p:extLst>
      <p:ext uri="{BB962C8B-B14F-4D97-AF65-F5344CB8AC3E}">
        <p14:creationId xmlns:p14="http://schemas.microsoft.com/office/powerpoint/2010/main" val="279924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Video 9" title="Cloud of green smoke">
            <a:hlinkClick r:id="" action="ppaction://media"/>
            <a:extLst>
              <a:ext uri="{FF2B5EF4-FFF2-40B4-BE49-F238E27FC236}">
                <a16:creationId xmlns:a16="http://schemas.microsoft.com/office/drawing/2014/main" id="{B63F4D79-1854-2BCB-C977-E02538CF33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rmAutofit/>
          </a:bodyPr>
          <a:lstStyle/>
          <a:p>
            <a:pPr rtl="0"/>
            <a:r>
              <a:rPr lang="en-GB" sz="4800" dirty="0"/>
              <a:t>The Framework</a:t>
            </a:r>
          </a:p>
        </p:txBody>
      </p:sp>
      <p:pic>
        <p:nvPicPr>
          <p:cNvPr id="36" name="Picture Placeholder 35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5B76F489-A854-ECF8-4CCD-2B6F602E1F7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/>
          <a:srcRect l="8935" r="8935"/>
          <a:stretch>
            <a:fillRect/>
          </a:stretch>
        </p:blipFill>
        <p:spPr>
          <a:xfrm>
            <a:off x="4541838" y="2436813"/>
            <a:ext cx="3108325" cy="1892300"/>
          </a:xfrm>
        </p:spPr>
      </p:pic>
      <p:pic>
        <p:nvPicPr>
          <p:cNvPr id="38" name="Picture Placeholder 37" descr="Gold bars with solid fill">
            <a:extLst>
              <a:ext uri="{FF2B5EF4-FFF2-40B4-BE49-F238E27FC236}">
                <a16:creationId xmlns:a16="http://schemas.microsoft.com/office/drawing/2014/main" id="{8B4D2006-D67B-3A3F-C014-270E67826BE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9561" b="19561"/>
          <a:stretch>
            <a:fillRect/>
          </a:stretch>
        </p:blipFill>
        <p:spPr>
          <a:xfrm>
            <a:off x="8123238" y="2436813"/>
            <a:ext cx="3108325" cy="18923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5FA470-23EB-4512-8FFB-28DDAB08B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1837" y="4494212"/>
            <a:ext cx="3108326" cy="2566988"/>
          </a:xfrm>
        </p:spPr>
        <p:txBody>
          <a:bodyPr rtlCol="0">
            <a:normAutofit/>
          </a:bodyPr>
          <a:lstStyle/>
          <a:p>
            <a:pPr algn="ctr" rtl="0"/>
            <a:r>
              <a:rPr lang="en-GB" dirty="0"/>
              <a:t>PIPELINE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AB2938F-DDA0-5849-0B38-FC555AF10E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2919" y="4494212"/>
            <a:ext cx="3108326" cy="2566988"/>
          </a:xfrm>
        </p:spPr>
        <p:txBody>
          <a:bodyPr/>
          <a:lstStyle/>
          <a:p>
            <a:pPr algn="ctr"/>
            <a:r>
              <a:rPr lang="en-US" dirty="0"/>
              <a:t>SAVE ££s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7281103"/>
            <a:ext cx="443948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smtClean="0"/>
              <a:pPr rtl="0">
                <a:spcAft>
                  <a:spcPts val="600"/>
                </a:spcAft>
              </a:pPr>
              <a:t>5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2861BA-800C-EEAD-A355-FEA26650D5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0121" y="4482306"/>
            <a:ext cx="3108326" cy="2566988"/>
          </a:xfrm>
        </p:spPr>
        <p:txBody>
          <a:bodyPr/>
          <a:lstStyle/>
          <a:p>
            <a:pPr algn="ctr"/>
            <a:r>
              <a:rPr lang="en-GB" dirty="0"/>
              <a:t>CONFIGURATION</a:t>
            </a:r>
          </a:p>
        </p:txBody>
      </p:sp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EB3E9298-2280-C0AB-C520-F32C819DD5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524" t="-37607" r="26524" b="-37607"/>
          <a:stretch>
            <a:fillRect/>
          </a:stretch>
        </p:blipFill>
        <p:spPr>
          <a:xfrm>
            <a:off x="960121" y="2436019"/>
            <a:ext cx="3108325" cy="1892300"/>
          </a:xfrm>
        </p:spPr>
      </p:pic>
      <p:pic>
        <p:nvPicPr>
          <p:cNvPr id="39" name="Picture 2" descr="Apache Airflow - Wikipedia">
            <a:extLst>
              <a:ext uri="{FF2B5EF4-FFF2-40B4-BE49-F238E27FC236}">
                <a16:creationId xmlns:a16="http://schemas.microsoft.com/office/drawing/2014/main" id="{EF95A564-57D4-6401-7BC3-5B4039942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381" y="1709737"/>
            <a:ext cx="1613237" cy="62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6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ED9EB-1149-3FC5-659C-ED1C7049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6865FE-579F-8A40-A6D5-25E096E6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Configuration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5111CD-7263-0214-D412-275C4A9925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Easy Integrations to any API Source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Version Controlled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Can be done by Support: No Devs and Architects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Delivery to Multiple Destinations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Straightforward Transformation and Enrichments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Easy Scheduling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Event Driven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85D1A2CB-03AE-B035-35C4-46B178FBF7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24" t="-37607" r="26524" b="-37607"/>
          <a:stretch>
            <a:fillRect/>
          </a:stretch>
        </p:blipFill>
        <p:spPr>
          <a:xfrm>
            <a:off x="7708392" y="2545844"/>
            <a:ext cx="4142232" cy="2689855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7128703-1C24-0771-3BC4-442A8D8206F8}"/>
              </a:ext>
            </a:extLst>
          </p:cNvPr>
          <p:cNvSpPr txBox="1">
            <a:spLocks/>
          </p:cNvSpPr>
          <p:nvPr/>
        </p:nvSpPr>
        <p:spPr>
          <a:xfrm>
            <a:off x="6175266" y="3529806"/>
            <a:ext cx="5908784" cy="3220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BB69C-97D5-1BAC-6279-13A283F4C9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7281103"/>
            <a:ext cx="443948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smtClean="0"/>
              <a:pPr rtl="0">
                <a:spcAft>
                  <a:spcPts val="600"/>
                </a:spcAft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6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66924-45BF-7987-6AEE-0FBA3588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Placeholder 35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5D1A8C55-739A-4847-69AF-CAECA97425F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3901" r="15600"/>
          <a:stretch>
            <a:fillRect/>
          </a:stretch>
        </p:blipFill>
        <p:spPr>
          <a:xfrm>
            <a:off x="2506348" y="10"/>
            <a:ext cx="966964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B1F99F1-8C13-3BE5-B6EF-B557737E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000"/>
              <a:t>PIPELINE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140EA1-67B5-FD6E-7557-C757D4C910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265037"/>
            <a:ext cx="4108754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Created dynamically based on configuration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Can manage GBs of data.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Uses Apache Airflow hosted in Kubernetes Cluster.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Load data to Snowflake Tables or Snowflake Stages or both, just by Configuration.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Easy to setup locally for dev &amp; test.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Auto Deployments using Git Sync to Airflow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5AEC5AF-DCDE-E5A3-9006-D139DFCD105E}"/>
              </a:ext>
            </a:extLst>
          </p:cNvPr>
          <p:cNvSpPr txBox="1">
            <a:spLocks/>
          </p:cNvSpPr>
          <p:nvPr/>
        </p:nvSpPr>
        <p:spPr>
          <a:xfrm>
            <a:off x="6175266" y="3529806"/>
            <a:ext cx="5908784" cy="3220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B3A9F-7C18-7A06-32EF-3C37E07E66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7281103"/>
            <a:ext cx="443948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smtClean="0"/>
              <a:pPr rtl="0">
                <a:spcAft>
                  <a:spcPts val="600"/>
                </a:spcAft>
              </a:pPr>
              <a:t>7</a:t>
            </a:fld>
            <a:endParaRPr lang="en-GB"/>
          </a:p>
        </p:txBody>
      </p:sp>
      <p:pic>
        <p:nvPicPr>
          <p:cNvPr id="1026" name="Picture 2" descr="Apache Airflow - Wikipedia">
            <a:extLst>
              <a:ext uri="{FF2B5EF4-FFF2-40B4-BE49-F238E27FC236}">
                <a16:creationId xmlns:a16="http://schemas.microsoft.com/office/drawing/2014/main" id="{164BB4A1-3724-1222-E10C-F5E98274B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77" y="681037"/>
            <a:ext cx="1225201" cy="47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neyByte: Kubernetes + Honeycomb | Honeycomb">
            <a:extLst>
              <a:ext uri="{FF2B5EF4-FFF2-40B4-BE49-F238E27FC236}">
                <a16:creationId xmlns:a16="http://schemas.microsoft.com/office/drawing/2014/main" id="{734725FA-ECF6-4FBE-26AE-970493951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8343" y="5680566"/>
            <a:ext cx="992793" cy="99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owflake Database: A Powerful Cloud-Native Data Warehousing Solution | by  Shuvradeep Ghosh | Medium">
            <a:extLst>
              <a:ext uri="{FF2B5EF4-FFF2-40B4-BE49-F238E27FC236}">
                <a16:creationId xmlns:a16="http://schemas.microsoft.com/office/drawing/2014/main" id="{04E17BD9-EE74-BE37-2772-B0FACCF7C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6133" y="2544828"/>
            <a:ext cx="470935" cy="46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Azure - Wikipedia">
            <a:extLst>
              <a:ext uri="{FF2B5EF4-FFF2-40B4-BE49-F238E27FC236}">
                <a16:creationId xmlns:a16="http://schemas.microsoft.com/office/drawing/2014/main" id="{F05A7383-E728-F5CB-0CBC-75B30625B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523" y="2549933"/>
            <a:ext cx="328696" cy="32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Placeholder 33">
            <a:extLst>
              <a:ext uri="{FF2B5EF4-FFF2-40B4-BE49-F238E27FC236}">
                <a16:creationId xmlns:a16="http://schemas.microsoft.com/office/drawing/2014/main" id="{45C37927-CCCA-20E1-3149-93C5851CC4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524" t="-37607" r="26524" b="-37607"/>
          <a:stretch>
            <a:fillRect/>
          </a:stretch>
        </p:blipFill>
        <p:spPr>
          <a:xfrm>
            <a:off x="6083957" y="1602185"/>
            <a:ext cx="1088812" cy="662852"/>
          </a:xfrm>
        </p:spPr>
      </p:pic>
      <p:pic>
        <p:nvPicPr>
          <p:cNvPr id="1034" name="Picture 10" descr="Python (programming language) - Wikipedia">
            <a:extLst>
              <a:ext uri="{FF2B5EF4-FFF2-40B4-BE49-F238E27FC236}">
                <a16:creationId xmlns:a16="http://schemas.microsoft.com/office/drawing/2014/main" id="{903A7D0E-95E5-86BC-14B0-319C35982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012" y="3142569"/>
            <a:ext cx="371250" cy="37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pen Source Initiative - Wikipedia">
            <a:extLst>
              <a:ext uri="{FF2B5EF4-FFF2-40B4-BE49-F238E27FC236}">
                <a16:creationId xmlns:a16="http://schemas.microsoft.com/office/drawing/2014/main" id="{FA7D0C62-2D8B-01DE-788D-3A624B7F4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5112" y="5723485"/>
            <a:ext cx="823912" cy="108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970BABA-0942-0F41-7E9A-8F8F790BFF4B}"/>
              </a:ext>
            </a:extLst>
          </p:cNvPr>
          <p:cNvGrpSpPr/>
          <p:nvPr/>
        </p:nvGrpSpPr>
        <p:grpSpPr>
          <a:xfrm>
            <a:off x="8518395" y="5626258"/>
            <a:ext cx="1497398" cy="1101407"/>
            <a:chOff x="8184764" y="5410228"/>
            <a:chExt cx="1497398" cy="1101407"/>
          </a:xfrm>
        </p:grpSpPr>
        <p:sp>
          <p:nvSpPr>
            <p:cNvPr id="5" name="Circle: Hollow 4">
              <a:extLst>
                <a:ext uri="{FF2B5EF4-FFF2-40B4-BE49-F238E27FC236}">
                  <a16:creationId xmlns:a16="http://schemas.microsoft.com/office/drawing/2014/main" id="{290BAFCB-2CD1-C6D6-4043-3432F4332A71}"/>
                </a:ext>
              </a:extLst>
            </p:cNvPr>
            <p:cNvSpPr/>
            <p:nvPr/>
          </p:nvSpPr>
          <p:spPr>
            <a:xfrm>
              <a:off x="8431016" y="5410228"/>
              <a:ext cx="1054730" cy="1101407"/>
            </a:xfrm>
            <a:prstGeom prst="donu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chemeClr val="tx2">
                    <a:lumMod val="40000"/>
                    <a:lumOff val="60000"/>
                  </a:schemeClr>
                </a:gs>
                <a:gs pos="60000">
                  <a:schemeClr val="accent1">
                    <a:lumMod val="45000"/>
                    <a:lumOff val="5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123B35-F6AB-7299-494E-1CAC4311784B}"/>
                </a:ext>
              </a:extLst>
            </p:cNvPr>
            <p:cNvSpPr txBox="1"/>
            <p:nvPr/>
          </p:nvSpPr>
          <p:spPr>
            <a:xfrm rot="20007684">
              <a:off x="8184764" y="5813903"/>
              <a:ext cx="1497398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CLOUD AGNOSTIC</a:t>
              </a:r>
            </a:p>
          </p:txBody>
        </p:sp>
      </p:grpSp>
      <p:pic>
        <p:nvPicPr>
          <p:cNvPr id="3" name="Picture 10" descr="Python (programming language) - Wikipedia">
            <a:extLst>
              <a:ext uri="{FF2B5EF4-FFF2-40B4-BE49-F238E27FC236}">
                <a16:creationId xmlns:a16="http://schemas.microsoft.com/office/drawing/2014/main" id="{3A5F1E82-0836-E35C-D573-8500A4068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711" y="5868660"/>
            <a:ext cx="787355" cy="78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06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A247-2F35-4FB8-903D-FB32D7B85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273844"/>
            <a:ext cx="11002962" cy="823913"/>
          </a:xfrm>
        </p:spPr>
        <p:txBody>
          <a:bodyPr rtlCol="0"/>
          <a:lstStyle/>
          <a:p>
            <a:pPr rtl="0"/>
            <a:r>
              <a:rPr lang="en-GB" dirty="0"/>
              <a:t>Current Cost Analysis</a:t>
            </a:r>
          </a:p>
        </p:txBody>
      </p:sp>
      <p:graphicFrame>
        <p:nvGraphicFramePr>
          <p:cNvPr id="3" name="Chart 2" descr="Chart type: Clustered Bar. &#10;&#10;Description automatically generated">
            <a:extLst>
              <a:ext uri="{FF2B5EF4-FFF2-40B4-BE49-F238E27FC236}">
                <a16:creationId xmlns:a16="http://schemas.microsoft.com/office/drawing/2014/main" id="{AF0F52F4-5225-70E7-4056-EBBAA1F24F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072945"/>
              </p:ext>
            </p:extLst>
          </p:nvPr>
        </p:nvGraphicFramePr>
        <p:xfrm>
          <a:off x="1469590" y="1260991"/>
          <a:ext cx="4085636" cy="2461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 descr="Chart type: Clustered Bar. &#10;&#10;Description automatically generated">
            <a:extLst>
              <a:ext uri="{FF2B5EF4-FFF2-40B4-BE49-F238E27FC236}">
                <a16:creationId xmlns:a16="http://schemas.microsoft.com/office/drawing/2014/main" id="{35E92784-CF3F-BF34-13A5-E5F8717454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5571136"/>
              </p:ext>
            </p:extLst>
          </p:nvPr>
        </p:nvGraphicFramePr>
        <p:xfrm>
          <a:off x="5882315" y="1260991"/>
          <a:ext cx="4321278" cy="2461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 descr="Chart type: Clustered Bar. &#10;&#10;Description automatically generated">
            <a:extLst>
              <a:ext uri="{FF2B5EF4-FFF2-40B4-BE49-F238E27FC236}">
                <a16:creationId xmlns:a16="http://schemas.microsoft.com/office/drawing/2014/main" id="{3F2477A4-5E34-3ED9-D50A-F544805E9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7024670"/>
              </p:ext>
            </p:extLst>
          </p:nvPr>
        </p:nvGraphicFramePr>
        <p:xfrm>
          <a:off x="3672348" y="3964867"/>
          <a:ext cx="4085636" cy="2461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F7DA760-C6C1-BD5C-13B3-34CE27098040}"/>
              </a:ext>
            </a:extLst>
          </p:cNvPr>
          <p:cNvSpPr txBox="1"/>
          <p:nvPr/>
        </p:nvSpPr>
        <p:spPr>
          <a:xfrm>
            <a:off x="8563897" y="6426840"/>
            <a:ext cx="3124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* Data extracted for last 30 days on 10.07.2025</a:t>
            </a:r>
          </a:p>
        </p:txBody>
      </p:sp>
    </p:spTree>
    <p:extLst>
      <p:ext uri="{BB962C8B-B14F-4D97-AF65-F5344CB8AC3E}">
        <p14:creationId xmlns:p14="http://schemas.microsoft.com/office/powerpoint/2010/main" val="869470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83378D-E03D-CCEB-D513-3C91B12D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398" y="583345"/>
            <a:ext cx="774039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kern="1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ADF:</a:t>
            </a:r>
            <a:r>
              <a:rPr lang="en-US" kern="1200" dirty="0">
                <a:solidFill>
                  <a:srgbClr val="FFFFFF"/>
                </a:solidFill>
              </a:rPr>
              <a:t> </a:t>
            </a:r>
            <a:r>
              <a:rPr lang="en-US" b="1" kern="1200" dirty="0">
                <a:solidFill>
                  <a:srgbClr val="FFFFFF"/>
                </a:solidFill>
              </a:rPr>
              <a:t>£156,911.56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Event HUB: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£669.60</a:t>
            </a:r>
            <a:br>
              <a:rPr lang="en-US" kern="1200" dirty="0">
                <a:solidFill>
                  <a:srgbClr val="FFFFFF"/>
                </a:solidFill>
              </a:rPr>
            </a:b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AppS:</a:t>
            </a:r>
            <a:r>
              <a:rPr lang="en-US" kern="1200" dirty="0">
                <a:solidFill>
                  <a:srgbClr val="FFFFFF"/>
                </a:solidFill>
              </a:rPr>
              <a:t> </a:t>
            </a:r>
            <a:r>
              <a:rPr lang="en-US" b="1" kern="1200" dirty="0">
                <a:solidFill>
                  <a:srgbClr val="FFFFFF"/>
                </a:solidFill>
              </a:rPr>
              <a:t>£79,910.81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CC443-B48F-1E58-70C8-FEFF3481F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£237,491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8214A-7F6F-871F-13FF-CBE08A37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249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noProof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noProof="0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96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7EF4CE-E0F9-4353-9C7D-5294DDF36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520" y="1415685"/>
            <a:ext cx="11002961" cy="55778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FAAB2787-6A77-4A87-993D-DDAF9241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433816"/>
            <a:ext cx="11002962" cy="823913"/>
          </a:xfrm>
        </p:spPr>
        <p:txBody>
          <a:bodyPr rtlCol="0">
            <a:normAutofit/>
          </a:bodyPr>
          <a:lstStyle/>
          <a:p>
            <a:pPr rtl="0"/>
            <a:r>
              <a:rPr lang="en-GB" sz="4800" dirty="0"/>
              <a:t>Kubernetes Cost</a:t>
            </a:r>
          </a:p>
        </p:txBody>
      </p:sp>
      <p:graphicFrame>
        <p:nvGraphicFramePr>
          <p:cNvPr id="6" name="Table 2" descr="Table Goes Here">
            <a:extLst>
              <a:ext uri="{FF2B5EF4-FFF2-40B4-BE49-F238E27FC236}">
                <a16:creationId xmlns:a16="http://schemas.microsoft.com/office/drawing/2014/main" id="{0E9A2E70-9C73-45A4-9B0C-E2433CF2A83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98968906"/>
              </p:ext>
            </p:extLst>
          </p:nvPr>
        </p:nvGraphicFramePr>
        <p:xfrm>
          <a:off x="595313" y="1402985"/>
          <a:ext cx="11001375" cy="4970553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4935537">
                  <a:extLst>
                    <a:ext uri="{9D8B030D-6E8A-4147-A177-3AD203B41FA5}">
                      <a16:colId xmlns:a16="http://schemas.microsoft.com/office/drawing/2014/main" val="2481577866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83642761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100938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23951014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906063091"/>
                    </a:ext>
                  </a:extLst>
                </a:gridCol>
              </a:tblGrid>
              <a:tr h="581433">
                <a:tc>
                  <a:txBody>
                    <a:bodyPr/>
                    <a:lstStyle/>
                    <a:p>
                      <a:pPr rtl="0"/>
                      <a:endParaRPr lang="en-GB" noProof="0" dirty="0">
                        <a:latin typeface="+mn-lt"/>
                        <a:cs typeface="Biome Light" panose="020B03030302040208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600" b="0" noProof="0" dirty="0">
                          <a:latin typeface="+mn-lt"/>
                          <a:cs typeface="Biome Light" panose="020B0303030204020804" pitchFamily="34" charset="0"/>
                        </a:rPr>
                        <a:t>DEV</a:t>
                      </a:r>
                    </a:p>
                    <a:p>
                      <a:pPr algn="ctr" rtl="0"/>
                      <a:r>
                        <a:rPr lang="en-GB" sz="1600" b="0" noProof="0" dirty="0">
                          <a:latin typeface="+mn-lt"/>
                          <a:cs typeface="Biome Light" panose="020B0303030204020804" pitchFamily="34" charset="0"/>
                        </a:rPr>
                        <a:t>(Not Required)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600" b="0" noProof="0" dirty="0">
                          <a:latin typeface="+mn-lt"/>
                          <a:cs typeface="Biome Light" panose="020B0303030204020804" pitchFamily="34" charset="0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600" b="0" noProof="0" dirty="0">
                          <a:latin typeface="+mn-lt"/>
                          <a:cs typeface="Biome Light" panose="020B0303030204020804" pitchFamily="34" charset="0"/>
                        </a:rPr>
                        <a:t>PRE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600" b="0" noProof="0" dirty="0">
                          <a:latin typeface="+mn-lt"/>
                          <a:cs typeface="Biome Light" panose="020B0303030204020804" pitchFamily="34" charset="0"/>
                        </a:rPr>
                        <a:t>PROD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42041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rtl="0"/>
                      <a:r>
                        <a:rPr lang="en-GB" sz="1600" spc="3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VMs</a:t>
                      </a:r>
                    </a:p>
                  </a:txBody>
                  <a:tcPr marL="18288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24629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rtl="0"/>
                      <a:r>
                        <a:rPr lang="en-GB" sz="1600" spc="3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CORES/VM</a:t>
                      </a:r>
                    </a:p>
                  </a:txBody>
                  <a:tcPr marL="18288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4 vCPU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4 vCPU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8 vCPU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8 vCPU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60785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rtl="0"/>
                      <a:r>
                        <a:rPr lang="en-GB" sz="1600" spc="3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RAM/VM</a:t>
                      </a:r>
                    </a:p>
                  </a:txBody>
                  <a:tcPr marL="18288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16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32 GB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32 GB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1258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rtl="0"/>
                      <a:r>
                        <a:rPr lang="en-GB" sz="1600" spc="3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SSD</a:t>
                      </a:r>
                    </a:p>
                  </a:txBody>
                  <a:tcPr marL="18288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128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(Standard SSD)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128 GB * 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(Standard SSD)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128 GB * 3</a:t>
                      </a:r>
                    </a:p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(Standard SSD)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128 GB * 3</a:t>
                      </a:r>
                    </a:p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(Premium SSD)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01346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rtl="0"/>
                      <a:r>
                        <a:rPr lang="en-GB" sz="1600" spc="3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YEARLY COST</a:t>
                      </a:r>
                    </a:p>
                  </a:txBody>
                  <a:tcPr marL="18288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£1,464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£2,100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£4,638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£7,920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53932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rtl="0"/>
                      <a:r>
                        <a:rPr lang="en-GB" sz="1600" spc="3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With Professional Direct Support (£728.15/month)</a:t>
                      </a:r>
                    </a:p>
                  </a:txBody>
                  <a:tcPr marL="18288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NA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NA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NA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tx1"/>
                          </a:solidFill>
                          <a:latin typeface="+mn-lt"/>
                          <a:cs typeface="Biome Light" panose="020B0303030204020804" pitchFamily="34" charset="0"/>
                        </a:rPr>
                        <a:t>£16,658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6737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248FB7B-95F3-1853-A701-AC98B031DBC0}"/>
              </a:ext>
            </a:extLst>
          </p:cNvPr>
          <p:cNvSpPr txBox="1"/>
          <p:nvPr/>
        </p:nvSpPr>
        <p:spPr>
          <a:xfrm>
            <a:off x="8870950" y="6518794"/>
            <a:ext cx="28953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* Calculated using Azure Calculator in July 2025</a:t>
            </a:r>
          </a:p>
        </p:txBody>
      </p:sp>
    </p:spTree>
    <p:extLst>
      <p:ext uri="{BB962C8B-B14F-4D97-AF65-F5344CB8AC3E}">
        <p14:creationId xmlns:p14="http://schemas.microsoft.com/office/powerpoint/2010/main" val="277909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{3D5E368E-1601-44B2-9121-9B3215511EC6}tf55661986_win32</Template>
  <TotalTime>0</TotalTime>
  <Words>325</Words>
  <Application>Microsoft Office PowerPoint</Application>
  <PresentationFormat>Widescreen</PresentationFormat>
  <Paragraphs>112</Paragraphs>
  <Slides>10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Biome Light</vt:lpstr>
      <vt:lpstr>Calibri</vt:lpstr>
      <vt:lpstr>Calibri Light</vt:lpstr>
      <vt:lpstr>Wingdings</vt:lpstr>
      <vt:lpstr>Office Theme</vt:lpstr>
      <vt:lpstr>Configuration Driven Data Pipelines</vt:lpstr>
      <vt:lpstr>PowerPoint Presentation</vt:lpstr>
      <vt:lpstr>Agenda</vt:lpstr>
      <vt:lpstr>PROBLEM </vt:lpstr>
      <vt:lpstr>The Framework</vt:lpstr>
      <vt:lpstr>Configuration</vt:lpstr>
      <vt:lpstr>PIPELINE</vt:lpstr>
      <vt:lpstr>Current Cost Analysis</vt:lpstr>
      <vt:lpstr>ADF: £156,911.56 Event HUB: £669.60 AppS: £79,910.81</vt:lpstr>
      <vt:lpstr>Kubernetes Cost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Prajayraj Rathore</dc:creator>
  <cp:lastModifiedBy>Prajayraj Rathore</cp:lastModifiedBy>
  <cp:revision>10</cp:revision>
  <dcterms:created xsi:type="dcterms:W3CDTF">2025-07-09T20:50:59Z</dcterms:created>
  <dcterms:modified xsi:type="dcterms:W3CDTF">2025-08-14T10:41:41Z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2cf71fe-324a-4168-92d9-4bbd2fb479e7_Enabled">
    <vt:lpwstr>true</vt:lpwstr>
  </property>
  <property fmtid="{D5CDD505-2E9C-101B-9397-08002B2CF9AE}" pid="4" name="MSIP_Label_f2cf71fe-324a-4168-92d9-4bbd2fb479e7_SetDate">
    <vt:lpwstr>2025-07-10T09:36:42Z</vt:lpwstr>
  </property>
  <property fmtid="{D5CDD505-2E9C-101B-9397-08002B2CF9AE}" pid="5" name="MSIP_Label_f2cf71fe-324a-4168-92d9-4bbd2fb479e7_Method">
    <vt:lpwstr>Standard</vt:lpwstr>
  </property>
  <property fmtid="{D5CDD505-2E9C-101B-9397-08002B2CF9AE}" pid="6" name="MSIP_Label_f2cf71fe-324a-4168-92d9-4bbd2fb479e7_Name">
    <vt:lpwstr>Confidential - No Restrictions</vt:lpwstr>
  </property>
  <property fmtid="{D5CDD505-2E9C-101B-9397-08002B2CF9AE}" pid="7" name="MSIP_Label_f2cf71fe-324a-4168-92d9-4bbd2fb479e7_SiteId">
    <vt:lpwstr>f9daae82-4727-4163-93b9-2214828e3dba</vt:lpwstr>
  </property>
  <property fmtid="{D5CDD505-2E9C-101B-9397-08002B2CF9AE}" pid="8" name="MSIP_Label_f2cf71fe-324a-4168-92d9-4bbd2fb479e7_ActionId">
    <vt:lpwstr>da10d5c4-09aa-41d6-b252-d81fc5d8d5f3</vt:lpwstr>
  </property>
  <property fmtid="{D5CDD505-2E9C-101B-9397-08002B2CF9AE}" pid="9" name="MSIP_Label_f2cf71fe-324a-4168-92d9-4bbd2fb479e7_ContentBits">
    <vt:lpwstr>0</vt:lpwstr>
  </property>
  <property fmtid="{D5CDD505-2E9C-101B-9397-08002B2CF9AE}" pid="10" name="MSIP_Label_f2cf71fe-324a-4168-92d9-4bbd2fb479e7_Tag">
    <vt:lpwstr>10, 3, 0, 1</vt:lpwstr>
  </property>
</Properties>
</file>